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09F4-6F7A-94E6-5748-F42205AA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0528C-19DB-F948-806B-001B935F6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2AC78-6394-1151-4F60-C87B0D57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A880A-FC9A-AE9A-4694-928B31AD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06406-0A10-9E55-5C99-4BF75202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7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5B06-B938-ED76-44C4-4A9D5E84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8BAA-0E7F-14AE-5342-38F63531B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B2228-F2FD-B75F-E2C5-AA539896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96BC8-0395-7844-48B1-731766E7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66BD-A4D3-3660-BC0D-54F4FD87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BF47-1FEA-CE65-78FB-9B2EEED5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156B-AEC3-82AE-466A-276E82DC4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7587C-8174-D3A3-93B3-A9CAD933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DFC2B-C1AA-D432-2FF1-37CDF662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AD30-C8C0-0AEF-7407-CC5CFA5C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2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E99E-EA0B-5845-CC7D-947E83D4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7482-7B68-D39A-5806-CC80EA3E9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8807B-5124-101B-F035-9A2A2A226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D04C0-480C-B947-2E90-2958C9B6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59E0F-782D-5BB6-CD9E-8377570CD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DCFF5-3ADF-B75E-7DE0-8FE78141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7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4E54-4A10-F681-78FB-8865734D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6EDE1-F67A-4FA8-8A2A-C0830AA39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92AFC-1373-EB39-163B-1F476FBBF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0BB27-B078-1E80-BAAD-BE0B365A2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8F7F0-4466-26B8-8E4F-EC9E2B215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C5360-FD71-5C74-C430-825504FF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DB16DC-7806-2E39-A75D-F3E1634C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367B2-1644-E3F7-831F-B13F232D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666B-C987-5096-8126-44678779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D2DE3-BF17-8574-A338-EC6AD2F7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D223-0F16-D323-6196-65103964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88479-6FA3-8A38-296F-F74814EE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7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CBE1C-F4CD-7CA5-4015-3681EEBD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ACB58-274F-0ABF-9737-AFE747B6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50575-CA4E-1F9E-7557-82BA7E3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AFA0-21E8-5299-22F9-1186A53C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C9226-AE99-0104-CCEE-A6A7970CD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1DD7E-71AC-0A67-D0E3-96A408A20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17694-2242-A9DA-EF46-07E5DA81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81E47-6990-B206-2AE4-FD1C1B5F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2027B-9879-51FA-4C8E-E8F7A9D6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9209-BC1E-2D8E-4934-6B659CEF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BA692-3D6E-635A-912B-0A006D706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8B904-A05D-36AC-85EC-83A969C5F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B13BE-2231-865B-6894-100F2254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AE3AE-EAB4-E2DB-E2A6-DE712778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36409-8FAC-97F5-C5D2-8A383647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9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EE94-4929-FF46-37FF-CCD491BF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B2E17-D71B-A565-EA8B-FCA458C3B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1A3D-3727-007F-D778-AA2A936C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2BD9F-8FE3-C5EF-FE5D-15AD93F9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5C3F3-FCE7-A66E-04CE-9C7CFA4F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E8C60-100D-42F0-0D4D-117962299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D087-D675-50F5-B5A6-12397D4F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D9CF9-70D9-106C-745F-B6003C58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E873A-8E56-605C-4CE5-25248DF5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F676-30D7-22D8-E527-842F2154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20FE2-3A04-2874-BBFA-0FC01FD4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445A4-2718-4CAD-C71D-E3FBE72C3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C4AD-4B7A-F731-F5CF-655A4597A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F9CF4-19AF-4D44-ABA6-1B58C3091031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B3D41-D080-3CBD-84E2-E63500D53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A05E5-DF50-2AA6-32DE-761C4EAC7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337FA-55FB-47DF-BA1B-965442DA48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2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6.emf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emf"/><Relationship Id="rId7" Type="http://schemas.openxmlformats.org/officeDocument/2006/relationships/image" Target="../media/image9.png"/><Relationship Id="rId12" Type="http://schemas.openxmlformats.org/officeDocument/2006/relationships/image" Target="../media/image3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28.emf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emf"/><Relationship Id="rId7" Type="http://schemas.openxmlformats.org/officeDocument/2006/relationships/image" Target="../media/image31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FEA4E0-42AA-81A7-835B-537662A76BAA}"/>
              </a:ext>
            </a:extLst>
          </p:cNvPr>
          <p:cNvSpPr/>
          <p:nvPr/>
        </p:nvSpPr>
        <p:spPr>
          <a:xfrm>
            <a:off x="2962232" y="680365"/>
            <a:ext cx="5711058" cy="21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E922A5-AA22-604E-7DA3-C1B5DF67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258" y="997987"/>
            <a:ext cx="2209800" cy="1478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A3469E-7A37-2CDA-4F3D-31B65A7A2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18" y="997987"/>
            <a:ext cx="2209800" cy="14782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BC4D47-6CB3-3BA1-A323-5C15BE355B14}"/>
              </a:ext>
            </a:extLst>
          </p:cNvPr>
          <p:cNvSpPr/>
          <p:nvPr/>
        </p:nvSpPr>
        <p:spPr>
          <a:xfrm>
            <a:off x="3113818" y="1028700"/>
            <a:ext cx="2202899" cy="32319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12949-CA50-D3D1-6AC3-3A674BE864C2}"/>
              </a:ext>
            </a:extLst>
          </p:cNvPr>
          <p:cNvSpPr/>
          <p:nvPr/>
        </p:nvSpPr>
        <p:spPr>
          <a:xfrm>
            <a:off x="3113817" y="1382606"/>
            <a:ext cx="2202899" cy="3231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71DBE-4AA5-96C7-C0B4-69D296E90957}"/>
              </a:ext>
            </a:extLst>
          </p:cNvPr>
          <p:cNvSpPr/>
          <p:nvPr/>
        </p:nvSpPr>
        <p:spPr>
          <a:xfrm>
            <a:off x="3113816" y="1752483"/>
            <a:ext cx="2202899" cy="32319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4613E-F356-AB90-3A98-491C989A648C}"/>
              </a:ext>
            </a:extLst>
          </p:cNvPr>
          <p:cNvSpPr/>
          <p:nvPr/>
        </p:nvSpPr>
        <p:spPr>
          <a:xfrm>
            <a:off x="3115592" y="2117392"/>
            <a:ext cx="2202899" cy="323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AA441-45C6-4F2F-C595-E1BA66597FAB}"/>
              </a:ext>
            </a:extLst>
          </p:cNvPr>
          <p:cNvSpPr txBox="1"/>
          <p:nvPr/>
        </p:nvSpPr>
        <p:spPr>
          <a:xfrm>
            <a:off x="5316715" y="105179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accent5"/>
                </a:solidFill>
              </a:rPr>
              <a:t>Connector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E0995-E865-1D7A-05B4-011FBFB7540F}"/>
              </a:ext>
            </a:extLst>
          </p:cNvPr>
          <p:cNvSpPr txBox="1"/>
          <p:nvPr/>
        </p:nvSpPr>
        <p:spPr>
          <a:xfrm>
            <a:off x="5313265" y="1408825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rgbClr val="0070C0"/>
                </a:solidFill>
              </a:rPr>
              <a:t>Connector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D3998-EC1A-B14E-F686-2399C85CC48C}"/>
              </a:ext>
            </a:extLst>
          </p:cNvPr>
          <p:cNvSpPr txBox="1"/>
          <p:nvPr/>
        </p:nvSpPr>
        <p:spPr>
          <a:xfrm>
            <a:off x="5318442" y="1760365"/>
            <a:ext cx="1041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accent2"/>
                </a:solidFill>
              </a:rPr>
              <a:t>Connector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31DC9-CE4E-6BD0-F07D-12A3F2841031}"/>
              </a:ext>
            </a:extLst>
          </p:cNvPr>
          <p:cNvSpPr txBox="1"/>
          <p:nvPr/>
        </p:nvSpPr>
        <p:spPr>
          <a:xfrm>
            <a:off x="5320167" y="2140488"/>
            <a:ext cx="1041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rgbClr val="FF0000"/>
                </a:solidFill>
              </a:rPr>
              <a:t>Connector 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FAB4BE-7879-0812-1722-0A654C832B6F}"/>
              </a:ext>
            </a:extLst>
          </p:cNvPr>
          <p:cNvSpPr/>
          <p:nvPr/>
        </p:nvSpPr>
        <p:spPr>
          <a:xfrm>
            <a:off x="6318805" y="1028700"/>
            <a:ext cx="2202899" cy="32319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83668-9EAE-D413-EAA5-915C40898265}"/>
              </a:ext>
            </a:extLst>
          </p:cNvPr>
          <p:cNvSpPr/>
          <p:nvPr/>
        </p:nvSpPr>
        <p:spPr>
          <a:xfrm>
            <a:off x="6318804" y="1382606"/>
            <a:ext cx="2202899" cy="3231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F303A-3D1C-96C9-9E81-109D7895227B}"/>
              </a:ext>
            </a:extLst>
          </p:cNvPr>
          <p:cNvSpPr/>
          <p:nvPr/>
        </p:nvSpPr>
        <p:spPr>
          <a:xfrm>
            <a:off x="6318803" y="1752483"/>
            <a:ext cx="2202899" cy="32319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FA7FD-7A3D-83A0-70FE-D588269C2D0C}"/>
              </a:ext>
            </a:extLst>
          </p:cNvPr>
          <p:cNvSpPr/>
          <p:nvPr/>
        </p:nvSpPr>
        <p:spPr>
          <a:xfrm>
            <a:off x="6320579" y="2117392"/>
            <a:ext cx="2202899" cy="323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9BB3B5-0C05-0811-5A8D-31EFAB281E5D}"/>
              </a:ext>
            </a:extLst>
          </p:cNvPr>
          <p:cNvSpPr txBox="1"/>
          <p:nvPr/>
        </p:nvSpPr>
        <p:spPr>
          <a:xfrm>
            <a:off x="3710768" y="247626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ASIC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87FCD9-36FD-C951-CDB2-7AFA5F34A4CF}"/>
              </a:ext>
            </a:extLst>
          </p:cNvPr>
          <p:cNvSpPr txBox="1"/>
          <p:nvPr/>
        </p:nvSpPr>
        <p:spPr>
          <a:xfrm>
            <a:off x="6915755" y="2476266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ASIC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F9466E-2F52-1361-82D8-731C32EFE93F}"/>
              </a:ext>
            </a:extLst>
          </p:cNvPr>
          <p:cNvSpPr txBox="1"/>
          <p:nvPr/>
        </p:nvSpPr>
        <p:spPr>
          <a:xfrm>
            <a:off x="5334554" y="2847698"/>
            <a:ext cx="100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Protoboard</a:t>
            </a:r>
          </a:p>
        </p:txBody>
      </p:sp>
      <p:pic>
        <p:nvPicPr>
          <p:cNvPr id="43" name="Picture 142">
            <a:extLst>
              <a:ext uri="{FF2B5EF4-FFF2-40B4-BE49-F238E27FC236}">
                <a16:creationId xmlns:a16="http://schemas.microsoft.com/office/drawing/2014/main" id="{416E4359-CDE0-4DE2-92F8-BB9021CAB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848" y="3880745"/>
            <a:ext cx="2209800" cy="1478280"/>
          </a:xfrm>
          <a:prstGeom prst="rect">
            <a:avLst/>
          </a:prstGeom>
        </p:spPr>
      </p:pic>
      <p:pic>
        <p:nvPicPr>
          <p:cNvPr id="44" name="Picture 144">
            <a:extLst>
              <a:ext uri="{FF2B5EF4-FFF2-40B4-BE49-F238E27FC236}">
                <a16:creationId xmlns:a16="http://schemas.microsoft.com/office/drawing/2014/main" id="{5C32E8AD-D321-42DD-93FB-B987A421C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708" y="3880745"/>
            <a:ext cx="2209800" cy="1478280"/>
          </a:xfrm>
          <a:prstGeom prst="rect">
            <a:avLst/>
          </a:prstGeom>
        </p:spPr>
      </p:pic>
      <p:sp>
        <p:nvSpPr>
          <p:cNvPr id="45" name="TextBox 164">
            <a:extLst>
              <a:ext uri="{FF2B5EF4-FFF2-40B4-BE49-F238E27FC236}">
                <a16:creationId xmlns:a16="http://schemas.microsoft.com/office/drawing/2014/main" id="{1EFBEC51-CDB7-4A40-93BC-F73333438372}"/>
              </a:ext>
            </a:extLst>
          </p:cNvPr>
          <p:cNvSpPr txBox="1"/>
          <p:nvPr/>
        </p:nvSpPr>
        <p:spPr>
          <a:xfrm>
            <a:off x="5673928" y="389989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6" name="Right Brace 165">
            <a:extLst>
              <a:ext uri="{FF2B5EF4-FFF2-40B4-BE49-F238E27FC236}">
                <a16:creationId xmlns:a16="http://schemas.microsoft.com/office/drawing/2014/main" id="{FBD364C7-FF06-4519-B375-9EC9A4E00F2F}"/>
              </a:ext>
            </a:extLst>
          </p:cNvPr>
          <p:cNvSpPr/>
          <p:nvPr/>
        </p:nvSpPr>
        <p:spPr>
          <a:xfrm flipH="1">
            <a:off x="6100648" y="387457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166">
            <a:extLst>
              <a:ext uri="{FF2B5EF4-FFF2-40B4-BE49-F238E27FC236}">
                <a16:creationId xmlns:a16="http://schemas.microsoft.com/office/drawing/2014/main" id="{6D8786A6-D348-4576-8EDF-64FDCDFD68CA}"/>
              </a:ext>
            </a:extLst>
          </p:cNvPr>
          <p:cNvSpPr/>
          <p:nvPr/>
        </p:nvSpPr>
        <p:spPr>
          <a:xfrm flipH="1">
            <a:off x="6100648" y="423779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167">
            <a:extLst>
              <a:ext uri="{FF2B5EF4-FFF2-40B4-BE49-F238E27FC236}">
                <a16:creationId xmlns:a16="http://schemas.microsoft.com/office/drawing/2014/main" id="{FC35FC4C-1362-461E-B7E2-7D8B052973B3}"/>
              </a:ext>
            </a:extLst>
          </p:cNvPr>
          <p:cNvSpPr/>
          <p:nvPr/>
        </p:nvSpPr>
        <p:spPr>
          <a:xfrm flipH="1">
            <a:off x="6100648" y="461371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168">
            <a:extLst>
              <a:ext uri="{FF2B5EF4-FFF2-40B4-BE49-F238E27FC236}">
                <a16:creationId xmlns:a16="http://schemas.microsoft.com/office/drawing/2014/main" id="{23B8C873-83F1-4CE0-87E4-2C18A3794C71}"/>
              </a:ext>
            </a:extLst>
          </p:cNvPr>
          <p:cNvSpPr/>
          <p:nvPr/>
        </p:nvSpPr>
        <p:spPr>
          <a:xfrm flipH="1">
            <a:off x="6100648" y="4987092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169">
            <a:extLst>
              <a:ext uri="{FF2B5EF4-FFF2-40B4-BE49-F238E27FC236}">
                <a16:creationId xmlns:a16="http://schemas.microsoft.com/office/drawing/2014/main" id="{1423477D-34ED-4CFD-B578-885F2A06C822}"/>
              </a:ext>
            </a:extLst>
          </p:cNvPr>
          <p:cNvSpPr txBox="1"/>
          <p:nvPr/>
        </p:nvSpPr>
        <p:spPr>
          <a:xfrm>
            <a:off x="5673928" y="42794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51" name="TextBox 170">
            <a:extLst>
              <a:ext uri="{FF2B5EF4-FFF2-40B4-BE49-F238E27FC236}">
                <a16:creationId xmlns:a16="http://schemas.microsoft.com/office/drawing/2014/main" id="{88B390DC-94B2-4682-BB95-8B5572FA590F}"/>
              </a:ext>
            </a:extLst>
          </p:cNvPr>
          <p:cNvSpPr txBox="1"/>
          <p:nvPr/>
        </p:nvSpPr>
        <p:spPr>
          <a:xfrm>
            <a:off x="5673928" y="461998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2" name="TextBox 171">
            <a:extLst>
              <a:ext uri="{FF2B5EF4-FFF2-40B4-BE49-F238E27FC236}">
                <a16:creationId xmlns:a16="http://schemas.microsoft.com/office/drawing/2014/main" id="{377FC2D6-8902-4A91-B51E-9FE58D6D485E}"/>
              </a:ext>
            </a:extLst>
          </p:cNvPr>
          <p:cNvSpPr txBox="1"/>
          <p:nvPr/>
        </p:nvSpPr>
        <p:spPr>
          <a:xfrm>
            <a:off x="5673670" y="50287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3" name="TextBox 172">
            <a:extLst>
              <a:ext uri="{FF2B5EF4-FFF2-40B4-BE49-F238E27FC236}">
                <a16:creationId xmlns:a16="http://schemas.microsoft.com/office/drawing/2014/main" id="{EE94A6B8-381B-47D9-A0A6-472CA92BF9DC}"/>
              </a:ext>
            </a:extLst>
          </p:cNvPr>
          <p:cNvSpPr txBox="1"/>
          <p:nvPr/>
        </p:nvSpPr>
        <p:spPr>
          <a:xfrm>
            <a:off x="5122510" y="389989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4" name="TextBox 173">
            <a:extLst>
              <a:ext uri="{FF2B5EF4-FFF2-40B4-BE49-F238E27FC236}">
                <a16:creationId xmlns:a16="http://schemas.microsoft.com/office/drawing/2014/main" id="{6FD0A10B-B4A7-4A45-BA56-866BF7BC7800}"/>
              </a:ext>
            </a:extLst>
          </p:cNvPr>
          <p:cNvSpPr txBox="1"/>
          <p:nvPr/>
        </p:nvSpPr>
        <p:spPr>
          <a:xfrm>
            <a:off x="5122510" y="42794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5" name="TextBox 174">
            <a:extLst>
              <a:ext uri="{FF2B5EF4-FFF2-40B4-BE49-F238E27FC236}">
                <a16:creationId xmlns:a16="http://schemas.microsoft.com/office/drawing/2014/main" id="{4D9D7D81-E39C-48EB-8AC4-D23511850B6F}"/>
              </a:ext>
            </a:extLst>
          </p:cNvPr>
          <p:cNvSpPr txBox="1"/>
          <p:nvPr/>
        </p:nvSpPr>
        <p:spPr>
          <a:xfrm>
            <a:off x="5122510" y="461998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6" name="TextBox 175">
            <a:extLst>
              <a:ext uri="{FF2B5EF4-FFF2-40B4-BE49-F238E27FC236}">
                <a16:creationId xmlns:a16="http://schemas.microsoft.com/office/drawing/2014/main" id="{07A8E7FF-957D-40A6-B9A2-CD231C9F4C53}"/>
              </a:ext>
            </a:extLst>
          </p:cNvPr>
          <p:cNvSpPr txBox="1"/>
          <p:nvPr/>
        </p:nvSpPr>
        <p:spPr>
          <a:xfrm>
            <a:off x="5122252" y="502879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7" name="Right Brace 176">
            <a:extLst>
              <a:ext uri="{FF2B5EF4-FFF2-40B4-BE49-F238E27FC236}">
                <a16:creationId xmlns:a16="http://schemas.microsoft.com/office/drawing/2014/main" id="{3C5EF6FB-9623-478B-8CA9-11AF90D5184F}"/>
              </a:ext>
            </a:extLst>
          </p:cNvPr>
          <p:cNvSpPr/>
          <p:nvPr/>
        </p:nvSpPr>
        <p:spPr>
          <a:xfrm>
            <a:off x="5027260" y="387488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e 177">
            <a:extLst>
              <a:ext uri="{FF2B5EF4-FFF2-40B4-BE49-F238E27FC236}">
                <a16:creationId xmlns:a16="http://schemas.microsoft.com/office/drawing/2014/main" id="{D61EDD8C-5BBD-413B-86D2-FF8C8A7660A5}"/>
              </a:ext>
            </a:extLst>
          </p:cNvPr>
          <p:cNvSpPr/>
          <p:nvPr/>
        </p:nvSpPr>
        <p:spPr>
          <a:xfrm>
            <a:off x="5027260" y="423810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Brace 178">
            <a:extLst>
              <a:ext uri="{FF2B5EF4-FFF2-40B4-BE49-F238E27FC236}">
                <a16:creationId xmlns:a16="http://schemas.microsoft.com/office/drawing/2014/main" id="{F4924E9A-DB80-46F1-B9AC-F60B9A00ADD9}"/>
              </a:ext>
            </a:extLst>
          </p:cNvPr>
          <p:cNvSpPr/>
          <p:nvPr/>
        </p:nvSpPr>
        <p:spPr>
          <a:xfrm>
            <a:off x="5027260" y="461402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e 179">
            <a:extLst>
              <a:ext uri="{FF2B5EF4-FFF2-40B4-BE49-F238E27FC236}">
                <a16:creationId xmlns:a16="http://schemas.microsoft.com/office/drawing/2014/main" id="{F189E3BC-B9FF-444D-9A96-5645E0888684}"/>
              </a:ext>
            </a:extLst>
          </p:cNvPr>
          <p:cNvSpPr/>
          <p:nvPr/>
        </p:nvSpPr>
        <p:spPr>
          <a:xfrm>
            <a:off x="5027260" y="4987401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180">
            <a:extLst>
              <a:ext uri="{FF2B5EF4-FFF2-40B4-BE49-F238E27FC236}">
                <a16:creationId xmlns:a16="http://schemas.microsoft.com/office/drawing/2014/main" id="{92A604DE-17EA-4D52-84D3-6AE4E179EDCE}"/>
              </a:ext>
            </a:extLst>
          </p:cNvPr>
          <p:cNvSpPr txBox="1"/>
          <p:nvPr/>
        </p:nvSpPr>
        <p:spPr>
          <a:xfrm>
            <a:off x="5027260" y="3565115"/>
            <a:ext cx="126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</a:t>
            </a:r>
          </a:p>
        </p:txBody>
      </p:sp>
    </p:spTree>
    <p:extLst>
      <p:ext uri="{BB962C8B-B14F-4D97-AF65-F5344CB8AC3E}">
        <p14:creationId xmlns:p14="http://schemas.microsoft.com/office/powerpoint/2010/main" val="406844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5484669" y="6487755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ADC</a:t>
            </a:r>
            <a:endParaRPr lang="en-US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38353" y="397198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264" name="TextBox 76">
            <a:extLst>
              <a:ext uri="{FF2B5EF4-FFF2-40B4-BE49-F238E27FC236}">
                <a16:creationId xmlns:a16="http://schemas.microsoft.com/office/drawing/2014/main" id="{8916ADA6-4837-4F6B-A0F0-9FDC2233D079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65" name="Right Brace 77">
            <a:extLst>
              <a:ext uri="{FF2B5EF4-FFF2-40B4-BE49-F238E27FC236}">
                <a16:creationId xmlns:a16="http://schemas.microsoft.com/office/drawing/2014/main" id="{2C7BE37D-F7FE-4BE6-B3E9-AC8609832DE7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ight Brace 78">
            <a:extLst>
              <a:ext uri="{FF2B5EF4-FFF2-40B4-BE49-F238E27FC236}">
                <a16:creationId xmlns:a16="http://schemas.microsoft.com/office/drawing/2014/main" id="{7E70A430-3010-429C-B5E5-9B65E9A808E8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ight Brace 79">
            <a:extLst>
              <a:ext uri="{FF2B5EF4-FFF2-40B4-BE49-F238E27FC236}">
                <a16:creationId xmlns:a16="http://schemas.microsoft.com/office/drawing/2014/main" id="{C27E88C2-8042-43BD-A543-DA2A3B633536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ight Brace 80">
            <a:extLst>
              <a:ext uri="{FF2B5EF4-FFF2-40B4-BE49-F238E27FC236}">
                <a16:creationId xmlns:a16="http://schemas.microsoft.com/office/drawing/2014/main" id="{F5AB644D-FA09-4E52-AAFF-9EBA67931FC9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TextBox 81">
            <a:extLst>
              <a:ext uri="{FF2B5EF4-FFF2-40B4-BE49-F238E27FC236}">
                <a16:creationId xmlns:a16="http://schemas.microsoft.com/office/drawing/2014/main" id="{07AF4F63-E690-45AF-9248-EDF73447B591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270" name="TextBox 82">
            <a:extLst>
              <a:ext uri="{FF2B5EF4-FFF2-40B4-BE49-F238E27FC236}">
                <a16:creationId xmlns:a16="http://schemas.microsoft.com/office/drawing/2014/main" id="{2790921F-783D-4B5A-8535-C4849E6FB277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71" name="TextBox 83">
            <a:extLst>
              <a:ext uri="{FF2B5EF4-FFF2-40B4-BE49-F238E27FC236}">
                <a16:creationId xmlns:a16="http://schemas.microsoft.com/office/drawing/2014/main" id="{02F4C945-68A4-4CF2-A69B-BEF68E4BEE9E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72" name="TextBox 91">
            <a:extLst>
              <a:ext uri="{FF2B5EF4-FFF2-40B4-BE49-F238E27FC236}">
                <a16:creationId xmlns:a16="http://schemas.microsoft.com/office/drawing/2014/main" id="{DEA4F002-90FF-460B-A161-C662F7F78A68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73" name="TextBox 96">
            <a:extLst>
              <a:ext uri="{FF2B5EF4-FFF2-40B4-BE49-F238E27FC236}">
                <a16:creationId xmlns:a16="http://schemas.microsoft.com/office/drawing/2014/main" id="{CBEE9C6C-89DA-444C-8852-0B307D6AEC8A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74" name="TextBox 97">
            <a:extLst>
              <a:ext uri="{FF2B5EF4-FFF2-40B4-BE49-F238E27FC236}">
                <a16:creationId xmlns:a16="http://schemas.microsoft.com/office/drawing/2014/main" id="{98CB228D-EABE-430A-85FF-DFD9FD53976D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75" name="TextBox 98">
            <a:extLst>
              <a:ext uri="{FF2B5EF4-FFF2-40B4-BE49-F238E27FC236}">
                <a16:creationId xmlns:a16="http://schemas.microsoft.com/office/drawing/2014/main" id="{57C5194F-734E-4AF9-BCF3-31FC7376D7C8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76" name="Right Brace 99">
            <a:extLst>
              <a:ext uri="{FF2B5EF4-FFF2-40B4-BE49-F238E27FC236}">
                <a16:creationId xmlns:a16="http://schemas.microsoft.com/office/drawing/2014/main" id="{7483C99F-DBA5-4AB9-98EB-31D798B9D3E7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ight Brace 100">
            <a:extLst>
              <a:ext uri="{FF2B5EF4-FFF2-40B4-BE49-F238E27FC236}">
                <a16:creationId xmlns:a16="http://schemas.microsoft.com/office/drawing/2014/main" id="{97F11BCF-BD63-4CE0-AE81-EE6AE725BC7D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ight Brace 101">
            <a:extLst>
              <a:ext uri="{FF2B5EF4-FFF2-40B4-BE49-F238E27FC236}">
                <a16:creationId xmlns:a16="http://schemas.microsoft.com/office/drawing/2014/main" id="{B6585E8C-934A-4E82-B416-4BB830B0E5EE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ight Brace 102">
            <a:extLst>
              <a:ext uri="{FF2B5EF4-FFF2-40B4-BE49-F238E27FC236}">
                <a16:creationId xmlns:a16="http://schemas.microsoft.com/office/drawing/2014/main" id="{C3E2B00C-C8D7-463A-9FEF-BBC098F1C03F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TextBox 106">
            <a:extLst>
              <a:ext uri="{FF2B5EF4-FFF2-40B4-BE49-F238E27FC236}">
                <a16:creationId xmlns:a16="http://schemas.microsoft.com/office/drawing/2014/main" id="{126D084C-A1DF-4C5E-9B46-914720100F0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82" name="Right Brace 107">
            <a:extLst>
              <a:ext uri="{FF2B5EF4-FFF2-40B4-BE49-F238E27FC236}">
                <a16:creationId xmlns:a16="http://schemas.microsoft.com/office/drawing/2014/main" id="{97FA07E0-50D9-4F4A-8B0C-0E90A8DA7A1D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ight Brace 108">
            <a:extLst>
              <a:ext uri="{FF2B5EF4-FFF2-40B4-BE49-F238E27FC236}">
                <a16:creationId xmlns:a16="http://schemas.microsoft.com/office/drawing/2014/main" id="{40980EA8-289C-43B7-9FBF-41B9F3F8EDEB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ight Brace 109">
            <a:extLst>
              <a:ext uri="{FF2B5EF4-FFF2-40B4-BE49-F238E27FC236}">
                <a16:creationId xmlns:a16="http://schemas.microsoft.com/office/drawing/2014/main" id="{D3712E79-14A9-40B5-957E-7FD7F0E9F81B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ight Brace 110">
            <a:extLst>
              <a:ext uri="{FF2B5EF4-FFF2-40B4-BE49-F238E27FC236}">
                <a16:creationId xmlns:a16="http://schemas.microsoft.com/office/drawing/2014/main" id="{E6D49039-592A-4AC3-B51E-111ADC7B5906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111">
            <a:extLst>
              <a:ext uri="{FF2B5EF4-FFF2-40B4-BE49-F238E27FC236}">
                <a16:creationId xmlns:a16="http://schemas.microsoft.com/office/drawing/2014/main" id="{18D5E613-FFE8-4816-B48B-6BF6D0154A1E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287" name="TextBox 112">
            <a:extLst>
              <a:ext uri="{FF2B5EF4-FFF2-40B4-BE49-F238E27FC236}">
                <a16:creationId xmlns:a16="http://schemas.microsoft.com/office/drawing/2014/main" id="{87064F4A-AA28-456A-80A1-BCD8E9ADD37E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88" name="TextBox 113">
            <a:extLst>
              <a:ext uri="{FF2B5EF4-FFF2-40B4-BE49-F238E27FC236}">
                <a16:creationId xmlns:a16="http://schemas.microsoft.com/office/drawing/2014/main" id="{FB8793D8-9B2B-452B-8278-A340BCD5A6BD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89" name="TextBox 114">
            <a:extLst>
              <a:ext uri="{FF2B5EF4-FFF2-40B4-BE49-F238E27FC236}">
                <a16:creationId xmlns:a16="http://schemas.microsoft.com/office/drawing/2014/main" id="{4A1E469E-1C58-405A-B0F3-167EDE3467CA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90" name="TextBox 115">
            <a:extLst>
              <a:ext uri="{FF2B5EF4-FFF2-40B4-BE49-F238E27FC236}">
                <a16:creationId xmlns:a16="http://schemas.microsoft.com/office/drawing/2014/main" id="{3CE3068C-824F-4493-8C16-F8C50577E4B3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91" name="TextBox 116">
            <a:extLst>
              <a:ext uri="{FF2B5EF4-FFF2-40B4-BE49-F238E27FC236}">
                <a16:creationId xmlns:a16="http://schemas.microsoft.com/office/drawing/2014/main" id="{D753F709-2583-4027-A873-2F6DD9C45C8F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92" name="TextBox 117">
            <a:extLst>
              <a:ext uri="{FF2B5EF4-FFF2-40B4-BE49-F238E27FC236}">
                <a16:creationId xmlns:a16="http://schemas.microsoft.com/office/drawing/2014/main" id="{E0D4661B-69FE-4489-AC0A-F45CBA5496D0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93" name="Right Brace 118">
            <a:extLst>
              <a:ext uri="{FF2B5EF4-FFF2-40B4-BE49-F238E27FC236}">
                <a16:creationId xmlns:a16="http://schemas.microsoft.com/office/drawing/2014/main" id="{137799C7-790A-44BF-9F0B-2D512A70DEA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ight Brace 119">
            <a:extLst>
              <a:ext uri="{FF2B5EF4-FFF2-40B4-BE49-F238E27FC236}">
                <a16:creationId xmlns:a16="http://schemas.microsoft.com/office/drawing/2014/main" id="{5CBDD33F-8E99-491A-89B0-2DA3A4ECEE1B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ight Brace 120">
            <a:extLst>
              <a:ext uri="{FF2B5EF4-FFF2-40B4-BE49-F238E27FC236}">
                <a16:creationId xmlns:a16="http://schemas.microsoft.com/office/drawing/2014/main" id="{F00D12B1-A003-4934-90C3-2BF1ED969D18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ight Brace 121">
            <a:extLst>
              <a:ext uri="{FF2B5EF4-FFF2-40B4-BE49-F238E27FC236}">
                <a16:creationId xmlns:a16="http://schemas.microsoft.com/office/drawing/2014/main" id="{DF8F74B3-FDE8-4B13-9EF2-01EBCC3BE2C9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123">
            <a:extLst>
              <a:ext uri="{FF2B5EF4-FFF2-40B4-BE49-F238E27FC236}">
                <a16:creationId xmlns:a16="http://schemas.microsoft.com/office/drawing/2014/main" id="{8BB16D6E-A697-4954-A8F0-54AFD3CFCFD2}"/>
              </a:ext>
            </a:extLst>
          </p:cNvPr>
          <p:cNvSpPr txBox="1"/>
          <p:nvPr/>
        </p:nvSpPr>
        <p:spPr>
          <a:xfrm>
            <a:off x="3007773" y="456827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98" name="Right Brace 124">
            <a:extLst>
              <a:ext uri="{FF2B5EF4-FFF2-40B4-BE49-F238E27FC236}">
                <a16:creationId xmlns:a16="http://schemas.microsoft.com/office/drawing/2014/main" id="{C8BDCE67-CECB-47AF-86C0-BBE40A5725CD}"/>
              </a:ext>
            </a:extLst>
          </p:cNvPr>
          <p:cNvSpPr/>
          <p:nvPr/>
        </p:nvSpPr>
        <p:spPr>
          <a:xfrm flipH="1">
            <a:off x="3434493" y="454294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ight Brace 125">
            <a:extLst>
              <a:ext uri="{FF2B5EF4-FFF2-40B4-BE49-F238E27FC236}">
                <a16:creationId xmlns:a16="http://schemas.microsoft.com/office/drawing/2014/main" id="{21C0FA2F-BFBA-4A7F-8F91-693689582072}"/>
              </a:ext>
            </a:extLst>
          </p:cNvPr>
          <p:cNvSpPr/>
          <p:nvPr/>
        </p:nvSpPr>
        <p:spPr>
          <a:xfrm flipH="1">
            <a:off x="3434493" y="490616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ight Brace 126">
            <a:extLst>
              <a:ext uri="{FF2B5EF4-FFF2-40B4-BE49-F238E27FC236}">
                <a16:creationId xmlns:a16="http://schemas.microsoft.com/office/drawing/2014/main" id="{CDDED9B3-FE01-463F-BE92-02290D9579B2}"/>
              </a:ext>
            </a:extLst>
          </p:cNvPr>
          <p:cNvSpPr/>
          <p:nvPr/>
        </p:nvSpPr>
        <p:spPr>
          <a:xfrm flipH="1">
            <a:off x="3434493" y="528208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ight Brace 127">
            <a:extLst>
              <a:ext uri="{FF2B5EF4-FFF2-40B4-BE49-F238E27FC236}">
                <a16:creationId xmlns:a16="http://schemas.microsoft.com/office/drawing/2014/main" id="{522069EB-4F1F-475C-8874-C8E7D72856BB}"/>
              </a:ext>
            </a:extLst>
          </p:cNvPr>
          <p:cNvSpPr/>
          <p:nvPr/>
        </p:nvSpPr>
        <p:spPr>
          <a:xfrm flipH="1">
            <a:off x="3434493" y="565546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TextBox 128">
            <a:extLst>
              <a:ext uri="{FF2B5EF4-FFF2-40B4-BE49-F238E27FC236}">
                <a16:creationId xmlns:a16="http://schemas.microsoft.com/office/drawing/2014/main" id="{34D4EF40-B08B-4409-B479-FD6E24A37BC8}"/>
              </a:ext>
            </a:extLst>
          </p:cNvPr>
          <p:cNvSpPr txBox="1"/>
          <p:nvPr/>
        </p:nvSpPr>
        <p:spPr>
          <a:xfrm>
            <a:off x="3007773" y="49478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03" name="TextBox 129">
            <a:extLst>
              <a:ext uri="{FF2B5EF4-FFF2-40B4-BE49-F238E27FC236}">
                <a16:creationId xmlns:a16="http://schemas.microsoft.com/office/drawing/2014/main" id="{662B6B1A-877F-4989-B767-0D6E96ABDA83}"/>
              </a:ext>
            </a:extLst>
          </p:cNvPr>
          <p:cNvSpPr txBox="1"/>
          <p:nvPr/>
        </p:nvSpPr>
        <p:spPr>
          <a:xfrm>
            <a:off x="3007773" y="5288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04" name="TextBox 130">
            <a:extLst>
              <a:ext uri="{FF2B5EF4-FFF2-40B4-BE49-F238E27FC236}">
                <a16:creationId xmlns:a16="http://schemas.microsoft.com/office/drawing/2014/main" id="{66B5EE74-3788-485C-8F83-9D98A7C23D64}"/>
              </a:ext>
            </a:extLst>
          </p:cNvPr>
          <p:cNvSpPr txBox="1"/>
          <p:nvPr/>
        </p:nvSpPr>
        <p:spPr>
          <a:xfrm>
            <a:off x="3007515" y="56971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05" name="TextBox 131">
            <a:extLst>
              <a:ext uri="{FF2B5EF4-FFF2-40B4-BE49-F238E27FC236}">
                <a16:creationId xmlns:a16="http://schemas.microsoft.com/office/drawing/2014/main" id="{95B00DD2-87FA-4005-82AD-2EC9AFBD5D7C}"/>
              </a:ext>
            </a:extLst>
          </p:cNvPr>
          <p:cNvSpPr txBox="1"/>
          <p:nvPr/>
        </p:nvSpPr>
        <p:spPr>
          <a:xfrm>
            <a:off x="2481235" y="456827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06" name="TextBox 132">
            <a:extLst>
              <a:ext uri="{FF2B5EF4-FFF2-40B4-BE49-F238E27FC236}">
                <a16:creationId xmlns:a16="http://schemas.microsoft.com/office/drawing/2014/main" id="{D7D2FCB8-2C67-417D-BCA7-6B0291A75391}"/>
              </a:ext>
            </a:extLst>
          </p:cNvPr>
          <p:cNvSpPr txBox="1"/>
          <p:nvPr/>
        </p:nvSpPr>
        <p:spPr>
          <a:xfrm>
            <a:off x="2481235" y="49478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07" name="TextBox 133">
            <a:extLst>
              <a:ext uri="{FF2B5EF4-FFF2-40B4-BE49-F238E27FC236}">
                <a16:creationId xmlns:a16="http://schemas.microsoft.com/office/drawing/2014/main" id="{B50DE7B4-61C4-44ED-BCFE-CA0F2E50A9AF}"/>
              </a:ext>
            </a:extLst>
          </p:cNvPr>
          <p:cNvSpPr txBox="1"/>
          <p:nvPr/>
        </p:nvSpPr>
        <p:spPr>
          <a:xfrm>
            <a:off x="2481235" y="5288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08" name="TextBox 134">
            <a:extLst>
              <a:ext uri="{FF2B5EF4-FFF2-40B4-BE49-F238E27FC236}">
                <a16:creationId xmlns:a16="http://schemas.microsoft.com/office/drawing/2014/main" id="{ACF4073A-66B6-4994-A1C5-84719C17BE89}"/>
              </a:ext>
            </a:extLst>
          </p:cNvPr>
          <p:cNvSpPr txBox="1"/>
          <p:nvPr/>
        </p:nvSpPr>
        <p:spPr>
          <a:xfrm>
            <a:off x="2480977" y="56971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09" name="Right Brace 135">
            <a:extLst>
              <a:ext uri="{FF2B5EF4-FFF2-40B4-BE49-F238E27FC236}">
                <a16:creationId xmlns:a16="http://schemas.microsoft.com/office/drawing/2014/main" id="{2ABDA249-DEEC-4556-9C44-F586F9B4CED4}"/>
              </a:ext>
            </a:extLst>
          </p:cNvPr>
          <p:cNvSpPr/>
          <p:nvPr/>
        </p:nvSpPr>
        <p:spPr>
          <a:xfrm>
            <a:off x="2361105" y="454325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ight Brace 136">
            <a:extLst>
              <a:ext uri="{FF2B5EF4-FFF2-40B4-BE49-F238E27FC236}">
                <a16:creationId xmlns:a16="http://schemas.microsoft.com/office/drawing/2014/main" id="{F3423DD4-100E-4685-A7C8-C841E4A57304}"/>
              </a:ext>
            </a:extLst>
          </p:cNvPr>
          <p:cNvSpPr/>
          <p:nvPr/>
        </p:nvSpPr>
        <p:spPr>
          <a:xfrm>
            <a:off x="2361105" y="49064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ight Brace 137">
            <a:extLst>
              <a:ext uri="{FF2B5EF4-FFF2-40B4-BE49-F238E27FC236}">
                <a16:creationId xmlns:a16="http://schemas.microsoft.com/office/drawing/2014/main" id="{75BF289E-39BF-495F-A0AD-1F22580DCF13}"/>
              </a:ext>
            </a:extLst>
          </p:cNvPr>
          <p:cNvSpPr/>
          <p:nvPr/>
        </p:nvSpPr>
        <p:spPr>
          <a:xfrm>
            <a:off x="2361105" y="52823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ight Brace 138">
            <a:extLst>
              <a:ext uri="{FF2B5EF4-FFF2-40B4-BE49-F238E27FC236}">
                <a16:creationId xmlns:a16="http://schemas.microsoft.com/office/drawing/2014/main" id="{D897814A-7018-4025-B088-1D3CD349C9DE}"/>
              </a:ext>
            </a:extLst>
          </p:cNvPr>
          <p:cNvSpPr/>
          <p:nvPr/>
        </p:nvSpPr>
        <p:spPr>
          <a:xfrm>
            <a:off x="2361105" y="5655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TextBox 24">
            <a:extLst>
              <a:ext uri="{FF2B5EF4-FFF2-40B4-BE49-F238E27FC236}">
                <a16:creationId xmlns:a16="http://schemas.microsoft.com/office/drawing/2014/main" id="{F1D30604-0403-4B51-B5AD-EC586D51BED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314" name="TextBox 24">
            <a:extLst>
              <a:ext uri="{FF2B5EF4-FFF2-40B4-BE49-F238E27FC236}">
                <a16:creationId xmlns:a16="http://schemas.microsoft.com/office/drawing/2014/main" id="{CB7E3260-6D57-4B03-B595-ABCD4FCF3667}"/>
              </a:ext>
            </a:extLst>
          </p:cNvPr>
          <p:cNvSpPr txBox="1"/>
          <p:nvPr/>
        </p:nvSpPr>
        <p:spPr>
          <a:xfrm>
            <a:off x="1461279" y="403235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315" name="TextBox 24">
            <a:extLst>
              <a:ext uri="{FF2B5EF4-FFF2-40B4-BE49-F238E27FC236}">
                <a16:creationId xmlns:a16="http://schemas.microsoft.com/office/drawing/2014/main" id="{72BAE418-EE4F-438A-9FCA-25D2AACDC7D7}"/>
              </a:ext>
            </a:extLst>
          </p:cNvPr>
          <p:cNvSpPr txBox="1"/>
          <p:nvPr/>
        </p:nvSpPr>
        <p:spPr>
          <a:xfrm>
            <a:off x="1501180" y="602571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318" name="Image 317">
            <a:extLst>
              <a:ext uri="{FF2B5EF4-FFF2-40B4-BE49-F238E27FC236}">
                <a16:creationId xmlns:a16="http://schemas.microsoft.com/office/drawing/2014/main" id="{92BAEE4B-42C7-47DF-A0D8-A57AD742A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319" name="Image 318">
            <a:extLst>
              <a:ext uri="{FF2B5EF4-FFF2-40B4-BE49-F238E27FC236}">
                <a16:creationId xmlns:a16="http://schemas.microsoft.com/office/drawing/2014/main" id="{28109561-E9EE-4CD1-99D0-F1778A880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pic>
        <p:nvPicPr>
          <p:cNvPr id="320" name="Image 319">
            <a:extLst>
              <a:ext uri="{FF2B5EF4-FFF2-40B4-BE49-F238E27FC236}">
                <a16:creationId xmlns:a16="http://schemas.microsoft.com/office/drawing/2014/main" id="{FEEDABE3-AD3C-4B5C-B23C-95277688A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01" y="4533494"/>
            <a:ext cx="2110863" cy="1517728"/>
          </a:xfrm>
          <a:prstGeom prst="rect">
            <a:avLst/>
          </a:prstGeom>
        </p:spPr>
      </p:pic>
      <p:pic>
        <p:nvPicPr>
          <p:cNvPr id="321" name="Image 320">
            <a:extLst>
              <a:ext uri="{FF2B5EF4-FFF2-40B4-BE49-F238E27FC236}">
                <a16:creationId xmlns:a16="http://schemas.microsoft.com/office/drawing/2014/main" id="{5E266332-720F-4275-8FD4-2823790D3C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476" y="4537854"/>
            <a:ext cx="2110864" cy="1513367"/>
          </a:xfrm>
          <a:prstGeom prst="rect">
            <a:avLst/>
          </a:prstGeom>
        </p:spPr>
      </p:pic>
      <p:sp>
        <p:nvSpPr>
          <p:cNvPr id="326" name="TextBox 24">
            <a:extLst>
              <a:ext uri="{FF2B5EF4-FFF2-40B4-BE49-F238E27FC236}">
                <a16:creationId xmlns:a16="http://schemas.microsoft.com/office/drawing/2014/main" id="{53A427FE-7587-41EF-8662-09824D668494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327" name="TextBox 24">
            <a:extLst>
              <a:ext uri="{FF2B5EF4-FFF2-40B4-BE49-F238E27FC236}">
                <a16:creationId xmlns:a16="http://schemas.microsoft.com/office/drawing/2014/main" id="{1DA3B7F2-B05C-4F20-AB38-F16BD07CC8DA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718EAEC-CD30-48C0-8BE6-01658FDB92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645" y="596399"/>
            <a:ext cx="2062140" cy="149045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E330F3C-7DC2-49FE-8DAD-1A1DA33DA7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2162" y="582516"/>
            <a:ext cx="2064139" cy="148821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8AA3328-8D60-499F-86A7-F07224DCF4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3347" y="577271"/>
            <a:ext cx="2064139" cy="149331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81C5266-BB4D-481B-A68B-FC376BBD6C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6846" y="589151"/>
            <a:ext cx="2062140" cy="1500666"/>
          </a:xfrm>
          <a:prstGeom prst="rect">
            <a:avLst/>
          </a:prstGeom>
        </p:spPr>
      </p:pic>
      <p:sp>
        <p:nvSpPr>
          <p:cNvPr id="328" name="TextBox 123">
            <a:extLst>
              <a:ext uri="{FF2B5EF4-FFF2-40B4-BE49-F238E27FC236}">
                <a16:creationId xmlns:a16="http://schemas.microsoft.com/office/drawing/2014/main" id="{EE4DCBB5-9239-4EE4-867A-06CEFC10ECCB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329" name="Right Brace 124">
            <a:extLst>
              <a:ext uri="{FF2B5EF4-FFF2-40B4-BE49-F238E27FC236}">
                <a16:creationId xmlns:a16="http://schemas.microsoft.com/office/drawing/2014/main" id="{F79175D2-9663-4801-845B-39846468DFE5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ight Brace 125">
            <a:extLst>
              <a:ext uri="{FF2B5EF4-FFF2-40B4-BE49-F238E27FC236}">
                <a16:creationId xmlns:a16="http://schemas.microsoft.com/office/drawing/2014/main" id="{3A57628E-52EF-44AD-AAEC-155CE910D0F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ight Brace 126">
            <a:extLst>
              <a:ext uri="{FF2B5EF4-FFF2-40B4-BE49-F238E27FC236}">
                <a16:creationId xmlns:a16="http://schemas.microsoft.com/office/drawing/2014/main" id="{5665A6F6-1435-4C7A-8C47-DA9E09EFCBC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ight Brace 127">
            <a:extLst>
              <a:ext uri="{FF2B5EF4-FFF2-40B4-BE49-F238E27FC236}">
                <a16:creationId xmlns:a16="http://schemas.microsoft.com/office/drawing/2014/main" id="{71D97092-051F-47F3-8937-15E827F3327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TextBox 128">
            <a:extLst>
              <a:ext uri="{FF2B5EF4-FFF2-40B4-BE49-F238E27FC236}">
                <a16:creationId xmlns:a16="http://schemas.microsoft.com/office/drawing/2014/main" id="{1FB2B1FA-EA28-4845-8B29-6E1D9D96EB61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34" name="TextBox 129">
            <a:extLst>
              <a:ext uri="{FF2B5EF4-FFF2-40B4-BE49-F238E27FC236}">
                <a16:creationId xmlns:a16="http://schemas.microsoft.com/office/drawing/2014/main" id="{2931EC18-B292-47FD-9B11-30145706C6A8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5" name="TextBox 130">
            <a:extLst>
              <a:ext uri="{FF2B5EF4-FFF2-40B4-BE49-F238E27FC236}">
                <a16:creationId xmlns:a16="http://schemas.microsoft.com/office/drawing/2014/main" id="{6F6134A5-0A90-4111-A015-717AE93F8BB5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6" name="TextBox 131">
            <a:extLst>
              <a:ext uri="{FF2B5EF4-FFF2-40B4-BE49-F238E27FC236}">
                <a16:creationId xmlns:a16="http://schemas.microsoft.com/office/drawing/2014/main" id="{E4957C93-9D1E-475B-976A-529EAD60F559}"/>
              </a:ext>
            </a:extLst>
          </p:cNvPr>
          <p:cNvSpPr txBox="1"/>
          <p:nvPr/>
        </p:nvSpPr>
        <p:spPr>
          <a:xfrm>
            <a:off x="8565314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37" name="TextBox 132">
            <a:extLst>
              <a:ext uri="{FF2B5EF4-FFF2-40B4-BE49-F238E27FC236}">
                <a16:creationId xmlns:a16="http://schemas.microsoft.com/office/drawing/2014/main" id="{5B0F72B7-2997-4E34-8C5B-7CF75CDBAC61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38" name="TextBox 133">
            <a:extLst>
              <a:ext uri="{FF2B5EF4-FFF2-40B4-BE49-F238E27FC236}">
                <a16:creationId xmlns:a16="http://schemas.microsoft.com/office/drawing/2014/main" id="{FCFB9E60-5ED1-442B-8F0C-1359618AD9F1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39" name="TextBox 134">
            <a:extLst>
              <a:ext uri="{FF2B5EF4-FFF2-40B4-BE49-F238E27FC236}">
                <a16:creationId xmlns:a16="http://schemas.microsoft.com/office/drawing/2014/main" id="{D3072D2C-4594-4621-B66F-6C47791364A8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40" name="Right Brace 135">
            <a:extLst>
              <a:ext uri="{FF2B5EF4-FFF2-40B4-BE49-F238E27FC236}">
                <a16:creationId xmlns:a16="http://schemas.microsoft.com/office/drawing/2014/main" id="{77C10B01-90AA-47ED-890A-0494583F9A07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Right Brace 136">
            <a:extLst>
              <a:ext uri="{FF2B5EF4-FFF2-40B4-BE49-F238E27FC236}">
                <a16:creationId xmlns:a16="http://schemas.microsoft.com/office/drawing/2014/main" id="{7B03F2CC-8AE5-498D-B0F0-8428F2A311F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ight Brace 137">
            <a:extLst>
              <a:ext uri="{FF2B5EF4-FFF2-40B4-BE49-F238E27FC236}">
                <a16:creationId xmlns:a16="http://schemas.microsoft.com/office/drawing/2014/main" id="{51C8C578-E870-41D0-825E-CD286AEC67FB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ight Brace 138">
            <a:extLst>
              <a:ext uri="{FF2B5EF4-FFF2-40B4-BE49-F238E27FC236}">
                <a16:creationId xmlns:a16="http://schemas.microsoft.com/office/drawing/2014/main" id="{B9390CC2-BE35-4E85-8987-B8C17F69BE16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4" name="Image 343">
            <a:extLst>
              <a:ext uri="{FF2B5EF4-FFF2-40B4-BE49-F238E27FC236}">
                <a16:creationId xmlns:a16="http://schemas.microsoft.com/office/drawing/2014/main" id="{A4D2BF3F-BD1C-444A-9F22-81398E1D0C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002" y="4542899"/>
            <a:ext cx="2083614" cy="1500939"/>
          </a:xfrm>
          <a:prstGeom prst="rect">
            <a:avLst/>
          </a:prstGeom>
        </p:spPr>
      </p:pic>
      <p:pic>
        <p:nvPicPr>
          <p:cNvPr id="345" name="Image 344">
            <a:extLst>
              <a:ext uri="{FF2B5EF4-FFF2-40B4-BE49-F238E27FC236}">
                <a16:creationId xmlns:a16="http://schemas.microsoft.com/office/drawing/2014/main" id="{AD3FCE24-CCAB-42E3-9913-82023D7FEF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5422" y="4540750"/>
            <a:ext cx="2107503" cy="1513366"/>
          </a:xfrm>
          <a:prstGeom prst="rect">
            <a:avLst/>
          </a:prstGeom>
        </p:spPr>
      </p:pic>
      <p:sp>
        <p:nvSpPr>
          <p:cNvPr id="346" name="TextBox 24">
            <a:extLst>
              <a:ext uri="{FF2B5EF4-FFF2-40B4-BE49-F238E27FC236}">
                <a16:creationId xmlns:a16="http://schemas.microsoft.com/office/drawing/2014/main" id="{DC5BD785-D533-4D72-8AAF-EA851F598C9C}"/>
              </a:ext>
            </a:extLst>
          </p:cNvPr>
          <p:cNvSpPr txBox="1"/>
          <p:nvPr/>
        </p:nvSpPr>
        <p:spPr>
          <a:xfrm>
            <a:off x="1461279" y="427449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347" name="TextBox 24">
            <a:extLst>
              <a:ext uri="{FF2B5EF4-FFF2-40B4-BE49-F238E27FC236}">
                <a16:creationId xmlns:a16="http://schemas.microsoft.com/office/drawing/2014/main" id="{4C4E2E09-2B64-4214-AA46-9ED98C28B413}"/>
              </a:ext>
            </a:extLst>
          </p:cNvPr>
          <p:cNvSpPr txBox="1"/>
          <p:nvPr/>
        </p:nvSpPr>
        <p:spPr>
          <a:xfrm>
            <a:off x="7532133" y="427101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</p:spTree>
    <p:extLst>
      <p:ext uri="{BB962C8B-B14F-4D97-AF65-F5344CB8AC3E}">
        <p14:creationId xmlns:p14="http://schemas.microsoft.com/office/powerpoint/2010/main" val="291692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3333FE-07F6-FB6F-9A08-0E6CD10C7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" y="490220"/>
            <a:ext cx="2209800" cy="14782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A70580-BD0B-D887-5306-B6C3A41841E1}"/>
              </a:ext>
            </a:extLst>
          </p:cNvPr>
          <p:cNvSpPr txBox="1"/>
          <p:nvPr/>
        </p:nvSpPr>
        <p:spPr>
          <a:xfrm>
            <a:off x="3189208" y="51191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173638F-D3B4-7D8D-DFB6-8EE4C5CADD2A}"/>
              </a:ext>
            </a:extLst>
          </p:cNvPr>
          <p:cNvSpPr/>
          <p:nvPr/>
        </p:nvSpPr>
        <p:spPr>
          <a:xfrm flipH="1">
            <a:off x="3615928" y="48658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75374F2-7D91-EDB2-8FA8-42706A734833}"/>
              </a:ext>
            </a:extLst>
          </p:cNvPr>
          <p:cNvSpPr/>
          <p:nvPr/>
        </p:nvSpPr>
        <p:spPr>
          <a:xfrm flipH="1">
            <a:off x="3615928" y="8498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0B21D4F-57F4-F415-BCCE-9D2C03C7DB59}"/>
              </a:ext>
            </a:extLst>
          </p:cNvPr>
          <p:cNvSpPr/>
          <p:nvPr/>
        </p:nvSpPr>
        <p:spPr>
          <a:xfrm flipH="1">
            <a:off x="3615928" y="12257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03DDD01-AF82-34EC-73F9-123535B86E45}"/>
              </a:ext>
            </a:extLst>
          </p:cNvPr>
          <p:cNvSpPr/>
          <p:nvPr/>
        </p:nvSpPr>
        <p:spPr>
          <a:xfrm flipH="1">
            <a:off x="3615928" y="15991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D8F8D-FCD5-1C51-1337-74D136E848A8}"/>
              </a:ext>
            </a:extLst>
          </p:cNvPr>
          <p:cNvSpPr txBox="1"/>
          <p:nvPr/>
        </p:nvSpPr>
        <p:spPr>
          <a:xfrm>
            <a:off x="3189208" y="8915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7FF9B-E473-1401-D1AB-25DF59866636}"/>
              </a:ext>
            </a:extLst>
          </p:cNvPr>
          <p:cNvSpPr txBox="1"/>
          <p:nvPr/>
        </p:nvSpPr>
        <p:spPr>
          <a:xfrm>
            <a:off x="3189208" y="123200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BF5C41-D822-B075-8654-BB5C7D6E0299}"/>
              </a:ext>
            </a:extLst>
          </p:cNvPr>
          <p:cNvSpPr txBox="1"/>
          <p:nvPr/>
        </p:nvSpPr>
        <p:spPr>
          <a:xfrm>
            <a:off x="3188950" y="16408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8FF18-6031-7BCB-5393-E46CB861B52B}"/>
              </a:ext>
            </a:extLst>
          </p:cNvPr>
          <p:cNvSpPr txBox="1"/>
          <p:nvPr/>
        </p:nvSpPr>
        <p:spPr>
          <a:xfrm>
            <a:off x="2637790" y="51191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24CA7C-34A5-D2F2-3468-6E2142DE04E9}"/>
              </a:ext>
            </a:extLst>
          </p:cNvPr>
          <p:cNvSpPr txBox="1"/>
          <p:nvPr/>
        </p:nvSpPr>
        <p:spPr>
          <a:xfrm>
            <a:off x="2637790" y="8915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F8619-A24A-8887-BF4C-D62DEF6176D8}"/>
              </a:ext>
            </a:extLst>
          </p:cNvPr>
          <p:cNvSpPr txBox="1"/>
          <p:nvPr/>
        </p:nvSpPr>
        <p:spPr>
          <a:xfrm>
            <a:off x="2637790" y="123200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620CD-5ACF-0B19-DF4C-C22C0123714E}"/>
              </a:ext>
            </a:extLst>
          </p:cNvPr>
          <p:cNvSpPr txBox="1"/>
          <p:nvPr/>
        </p:nvSpPr>
        <p:spPr>
          <a:xfrm>
            <a:off x="2637532" y="1640806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3AC202C0-4E85-A9F6-71F1-7D75365EB609}"/>
              </a:ext>
            </a:extLst>
          </p:cNvPr>
          <p:cNvSpPr/>
          <p:nvPr/>
        </p:nvSpPr>
        <p:spPr>
          <a:xfrm>
            <a:off x="2542540" y="48689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22B2A23-E57B-3A27-ABCB-9781166FAC5A}"/>
              </a:ext>
            </a:extLst>
          </p:cNvPr>
          <p:cNvSpPr/>
          <p:nvPr/>
        </p:nvSpPr>
        <p:spPr>
          <a:xfrm>
            <a:off x="2542540" y="85011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365934D3-D862-094D-C67F-A903EBAF1E62}"/>
              </a:ext>
            </a:extLst>
          </p:cNvPr>
          <p:cNvSpPr/>
          <p:nvPr/>
        </p:nvSpPr>
        <p:spPr>
          <a:xfrm>
            <a:off x="2542540" y="1226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109D981E-9BA8-9483-0636-3E03E3688C52}"/>
              </a:ext>
            </a:extLst>
          </p:cNvPr>
          <p:cNvSpPr/>
          <p:nvPr/>
        </p:nvSpPr>
        <p:spPr>
          <a:xfrm>
            <a:off x="2542540" y="159941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A64920-3333-5C57-03F0-DACE9F7ED01A}"/>
              </a:ext>
            </a:extLst>
          </p:cNvPr>
          <p:cNvSpPr txBox="1"/>
          <p:nvPr/>
        </p:nvSpPr>
        <p:spPr>
          <a:xfrm>
            <a:off x="2542540" y="177130"/>
            <a:ext cx="1261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D1C5B6-0870-C582-9B18-3B69B9B5973C}"/>
              </a:ext>
            </a:extLst>
          </p:cNvPr>
          <p:cNvSpPr txBox="1"/>
          <p:nvPr/>
        </p:nvSpPr>
        <p:spPr>
          <a:xfrm>
            <a:off x="3195820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239D37F1-89C0-F50C-8EBD-35BD8187CD08}"/>
              </a:ext>
            </a:extLst>
          </p:cNvPr>
          <p:cNvSpPr/>
          <p:nvPr/>
        </p:nvSpPr>
        <p:spPr>
          <a:xfrm flipH="1">
            <a:off x="3622540" y="239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5602A4BE-7149-61A2-8F84-40C5735E06CF}"/>
              </a:ext>
            </a:extLst>
          </p:cNvPr>
          <p:cNvSpPr/>
          <p:nvPr/>
        </p:nvSpPr>
        <p:spPr>
          <a:xfrm flipH="1">
            <a:off x="3622540" y="27630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BB840A1A-AD40-EC1B-F38D-F982305BEE59}"/>
              </a:ext>
            </a:extLst>
          </p:cNvPr>
          <p:cNvSpPr/>
          <p:nvPr/>
        </p:nvSpPr>
        <p:spPr>
          <a:xfrm flipH="1">
            <a:off x="3622540" y="313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EB9D2889-7C76-14FE-B224-0638B85669E0}"/>
              </a:ext>
            </a:extLst>
          </p:cNvPr>
          <p:cNvSpPr/>
          <p:nvPr/>
        </p:nvSpPr>
        <p:spPr>
          <a:xfrm flipH="1">
            <a:off x="3622540" y="35123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9EDADD-3A33-2C28-F3F0-E114CC09518E}"/>
              </a:ext>
            </a:extLst>
          </p:cNvPr>
          <p:cNvSpPr txBox="1"/>
          <p:nvPr/>
        </p:nvSpPr>
        <p:spPr>
          <a:xfrm>
            <a:off x="3195820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3AA3EF-227C-229D-694E-10F2C2AA842C}"/>
              </a:ext>
            </a:extLst>
          </p:cNvPr>
          <p:cNvSpPr txBox="1"/>
          <p:nvPr/>
        </p:nvSpPr>
        <p:spPr>
          <a:xfrm>
            <a:off x="3195820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C51DF8-51F6-D27D-72BF-899ABD386D94}"/>
              </a:ext>
            </a:extLst>
          </p:cNvPr>
          <p:cNvSpPr txBox="1"/>
          <p:nvPr/>
        </p:nvSpPr>
        <p:spPr>
          <a:xfrm>
            <a:off x="3195562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9E99A0-7772-B501-4409-C461E858714D}"/>
              </a:ext>
            </a:extLst>
          </p:cNvPr>
          <p:cNvSpPr txBox="1"/>
          <p:nvPr/>
        </p:nvSpPr>
        <p:spPr>
          <a:xfrm>
            <a:off x="2644402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C58CAE-CA48-0F18-DFAA-C85449BDED4C}"/>
              </a:ext>
            </a:extLst>
          </p:cNvPr>
          <p:cNvSpPr txBox="1"/>
          <p:nvPr/>
        </p:nvSpPr>
        <p:spPr>
          <a:xfrm>
            <a:off x="2644402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8AD517-6DF6-5333-36B8-BB0FB856D9DF}"/>
              </a:ext>
            </a:extLst>
          </p:cNvPr>
          <p:cNvSpPr txBox="1"/>
          <p:nvPr/>
        </p:nvSpPr>
        <p:spPr>
          <a:xfrm>
            <a:off x="2644402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A768A9-F8B7-8CF5-A580-DCF8F9215F80}"/>
              </a:ext>
            </a:extLst>
          </p:cNvPr>
          <p:cNvSpPr txBox="1"/>
          <p:nvPr/>
        </p:nvSpPr>
        <p:spPr>
          <a:xfrm>
            <a:off x="2644144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A4C08F4C-4553-8A63-B3D6-2B4F44D43252}"/>
              </a:ext>
            </a:extLst>
          </p:cNvPr>
          <p:cNvSpPr/>
          <p:nvPr/>
        </p:nvSpPr>
        <p:spPr>
          <a:xfrm>
            <a:off x="2549152" y="240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26C98387-B86D-9AC4-FDF2-D64D053B53C0}"/>
              </a:ext>
            </a:extLst>
          </p:cNvPr>
          <p:cNvSpPr/>
          <p:nvPr/>
        </p:nvSpPr>
        <p:spPr>
          <a:xfrm>
            <a:off x="2549152" y="27633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473995FA-6989-9CFE-CC20-07C3A9D13E10}"/>
              </a:ext>
            </a:extLst>
          </p:cNvPr>
          <p:cNvSpPr/>
          <p:nvPr/>
        </p:nvSpPr>
        <p:spPr>
          <a:xfrm>
            <a:off x="2549152" y="313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525C4EE6-2B90-E148-D4AA-26CDF658DB12}"/>
              </a:ext>
            </a:extLst>
          </p:cNvPr>
          <p:cNvSpPr/>
          <p:nvPr/>
        </p:nvSpPr>
        <p:spPr>
          <a:xfrm>
            <a:off x="2549152" y="35126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5D9A91-077B-8749-9A15-66A2C3AC4875}"/>
              </a:ext>
            </a:extLst>
          </p:cNvPr>
          <p:cNvSpPr txBox="1"/>
          <p:nvPr/>
        </p:nvSpPr>
        <p:spPr>
          <a:xfrm>
            <a:off x="3188950" y="447523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05AF452-E773-7E8F-0B5B-4DE89E62D6CB}"/>
              </a:ext>
            </a:extLst>
          </p:cNvPr>
          <p:cNvSpPr/>
          <p:nvPr/>
        </p:nvSpPr>
        <p:spPr>
          <a:xfrm flipH="1">
            <a:off x="3615670" y="444991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72B8753-97C0-FE19-C421-79EAF8C2E8D9}"/>
              </a:ext>
            </a:extLst>
          </p:cNvPr>
          <p:cNvSpPr/>
          <p:nvPr/>
        </p:nvSpPr>
        <p:spPr>
          <a:xfrm flipH="1">
            <a:off x="3615670" y="481313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3CA21A2E-5771-322E-6200-A18951B041A1}"/>
              </a:ext>
            </a:extLst>
          </p:cNvPr>
          <p:cNvSpPr/>
          <p:nvPr/>
        </p:nvSpPr>
        <p:spPr>
          <a:xfrm flipH="1">
            <a:off x="3615670" y="518905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9DC544B7-022C-CACE-56B8-D6AFB2AD671D}"/>
              </a:ext>
            </a:extLst>
          </p:cNvPr>
          <p:cNvSpPr/>
          <p:nvPr/>
        </p:nvSpPr>
        <p:spPr>
          <a:xfrm flipH="1">
            <a:off x="3615670" y="5562430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DBE6BD-1318-57F3-CC95-77CA566573EA}"/>
              </a:ext>
            </a:extLst>
          </p:cNvPr>
          <p:cNvSpPr txBox="1"/>
          <p:nvPr/>
        </p:nvSpPr>
        <p:spPr>
          <a:xfrm>
            <a:off x="3188950" y="48548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D66217-0E07-96AC-D4EE-361BAF5578D9}"/>
              </a:ext>
            </a:extLst>
          </p:cNvPr>
          <p:cNvSpPr txBox="1"/>
          <p:nvPr/>
        </p:nvSpPr>
        <p:spPr>
          <a:xfrm>
            <a:off x="3188950" y="519532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34DD0D-550A-D25D-F8B6-0BFFAAEF395A}"/>
              </a:ext>
            </a:extLst>
          </p:cNvPr>
          <p:cNvSpPr txBox="1"/>
          <p:nvPr/>
        </p:nvSpPr>
        <p:spPr>
          <a:xfrm>
            <a:off x="3188692" y="56041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D5CB6F-6EAF-9120-7C69-86E1D27B9D46}"/>
              </a:ext>
            </a:extLst>
          </p:cNvPr>
          <p:cNvSpPr txBox="1"/>
          <p:nvPr/>
        </p:nvSpPr>
        <p:spPr>
          <a:xfrm>
            <a:off x="2637532" y="447523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0BC509-A25D-0ACB-1AEC-0D37291ABB8C}"/>
              </a:ext>
            </a:extLst>
          </p:cNvPr>
          <p:cNvSpPr txBox="1"/>
          <p:nvPr/>
        </p:nvSpPr>
        <p:spPr>
          <a:xfrm>
            <a:off x="2637532" y="48548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F0C29F-2CBE-82E5-0ED5-2057E51BB264}"/>
              </a:ext>
            </a:extLst>
          </p:cNvPr>
          <p:cNvSpPr txBox="1"/>
          <p:nvPr/>
        </p:nvSpPr>
        <p:spPr>
          <a:xfrm>
            <a:off x="2637532" y="519532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2E4AB1-3AC1-1640-4EC9-D4AA65A4EDE6}"/>
              </a:ext>
            </a:extLst>
          </p:cNvPr>
          <p:cNvSpPr txBox="1"/>
          <p:nvPr/>
        </p:nvSpPr>
        <p:spPr>
          <a:xfrm>
            <a:off x="2637274" y="5604129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CD5EEA17-E546-3B17-1682-0307ABE1D81C}"/>
              </a:ext>
            </a:extLst>
          </p:cNvPr>
          <p:cNvSpPr/>
          <p:nvPr/>
        </p:nvSpPr>
        <p:spPr>
          <a:xfrm>
            <a:off x="2542282" y="445021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2E8F98C7-704F-4515-5E75-CB212E358EB8}"/>
              </a:ext>
            </a:extLst>
          </p:cNvPr>
          <p:cNvSpPr/>
          <p:nvPr/>
        </p:nvSpPr>
        <p:spPr>
          <a:xfrm>
            <a:off x="2542282" y="481343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D5EC4D09-3635-9E42-56AE-99A4F728ABF4}"/>
              </a:ext>
            </a:extLst>
          </p:cNvPr>
          <p:cNvSpPr/>
          <p:nvPr/>
        </p:nvSpPr>
        <p:spPr>
          <a:xfrm>
            <a:off x="2542282" y="518935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6602C56A-8110-9959-5715-233E66511328}"/>
              </a:ext>
            </a:extLst>
          </p:cNvPr>
          <p:cNvSpPr/>
          <p:nvPr/>
        </p:nvSpPr>
        <p:spPr>
          <a:xfrm>
            <a:off x="2542282" y="5562739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73F52C1-C211-B1A8-DA0B-52F1FB2C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0" y="486587"/>
            <a:ext cx="2209800" cy="1478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95CDE0-6BAD-A08F-2BC3-104BBB5BAEBE}"/>
              </a:ext>
            </a:extLst>
          </p:cNvPr>
          <p:cNvSpPr txBox="1"/>
          <p:nvPr/>
        </p:nvSpPr>
        <p:spPr>
          <a:xfrm>
            <a:off x="7283395" y="2804767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TOT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DBB27-068A-D99D-F9F9-C955751F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82" y="2399848"/>
            <a:ext cx="2209800" cy="1478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BE016-0552-1B75-15C4-F2D7FC243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0" y="2397308"/>
            <a:ext cx="2225040" cy="147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0BE4A862-0C74-6A6A-CE00-176D32A308B1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29409C8-2C82-4064-6716-48955CAAC7ED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CDB9D93B-2FE7-4AE0-EE52-CA3A36076F89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2B646D67-C85B-9EC6-B02D-CD69A18CC461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B235E66-5981-04D9-BD06-E66998E76008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81E154-1E6C-411B-7B33-51F12065FB9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BF1852-6E06-2876-8A29-26EDDD2E7D60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495CC-13DE-6F9D-BD21-2028939E16E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246679-EC9E-9B7D-E657-9826B7BFEBA6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0649B4-6B00-5E72-6518-A99D70CA2A60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550D41-CCD2-5590-9C17-D34421E3641F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D09851-637C-CC69-07FD-FB2A5499A6E7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0" name="Right Brace 99">
            <a:extLst>
              <a:ext uri="{FF2B5EF4-FFF2-40B4-BE49-F238E27FC236}">
                <a16:creationId xmlns:a16="http://schemas.microsoft.com/office/drawing/2014/main" id="{E14061CA-413A-D5D4-A80B-8015CFC5C905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371E2F65-2CF6-397E-BEF3-3D745A2A41CB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ight Brace 101">
            <a:extLst>
              <a:ext uri="{FF2B5EF4-FFF2-40B4-BE49-F238E27FC236}">
                <a16:creationId xmlns:a16="http://schemas.microsoft.com/office/drawing/2014/main" id="{4DC1BBC7-5BCD-E4C4-B139-C2FFEE427E24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95A89F32-EE3A-50EA-BB27-FA1D2010C252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D0FBEE-0A47-B967-FCBA-DB6DA3B9C3E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D68BC4A3-480A-2C82-EFA9-04381DF26EA8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203277CB-5545-E10D-BB85-F8362C3596BD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09E1069A-BEEA-4AF0-FEC9-AC58B2B0F917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EE23EB0B-BFD6-5542-301A-9A82BDAE07CE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9C31CC-FFF2-C7F4-082B-B711A9FE029D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F11989-4D53-2D63-0A2C-A86DD37E23A0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44055E-5FE3-DB2D-3587-5EFE43EAFFEA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540522-8A57-505E-9CF0-1079E1391F3B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FABA127-E65E-FA24-1EF1-EBA87853B024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807D9E-1FDF-258E-7D88-913127852EE1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099C71-F1A2-C5BC-1010-EEC2B19BD3D5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53F5E9E2-68FA-F999-2811-5D8F1B615D0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F21403E7-86E4-D9DB-0526-0F2355492740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C7644161-1972-01F2-4693-F8215551860E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159A9814-3102-9D06-6F00-3038BE9A790D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C7BFF4-4DDC-9147-A634-BD48F6F62704}"/>
              </a:ext>
            </a:extLst>
          </p:cNvPr>
          <p:cNvSpPr txBox="1"/>
          <p:nvPr/>
        </p:nvSpPr>
        <p:spPr>
          <a:xfrm>
            <a:off x="3020998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B46A7747-380A-0AF8-10E4-40A6CED7E8BC}"/>
              </a:ext>
            </a:extLst>
          </p:cNvPr>
          <p:cNvSpPr/>
          <p:nvPr/>
        </p:nvSpPr>
        <p:spPr>
          <a:xfrm flipH="1">
            <a:off x="3447718" y="45680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6EB1582D-DC7F-219E-823E-4E85AE196CE8}"/>
              </a:ext>
            </a:extLst>
          </p:cNvPr>
          <p:cNvSpPr/>
          <p:nvPr/>
        </p:nvSpPr>
        <p:spPr>
          <a:xfrm flipH="1">
            <a:off x="3447718" y="49313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60C95A9A-2049-BC4E-8202-5EEA75DC0E6F}"/>
              </a:ext>
            </a:extLst>
          </p:cNvPr>
          <p:cNvSpPr/>
          <p:nvPr/>
        </p:nvSpPr>
        <p:spPr>
          <a:xfrm flipH="1">
            <a:off x="3447718" y="53072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Brace 127">
            <a:extLst>
              <a:ext uri="{FF2B5EF4-FFF2-40B4-BE49-F238E27FC236}">
                <a16:creationId xmlns:a16="http://schemas.microsoft.com/office/drawing/2014/main" id="{7503A207-4C95-1B0F-1410-3BF7AD66D0C3}"/>
              </a:ext>
            </a:extLst>
          </p:cNvPr>
          <p:cNvSpPr/>
          <p:nvPr/>
        </p:nvSpPr>
        <p:spPr>
          <a:xfrm flipH="1">
            <a:off x="3447718" y="5680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76763C9-806A-947E-B2C4-FC78450AFA0C}"/>
              </a:ext>
            </a:extLst>
          </p:cNvPr>
          <p:cNvSpPr txBox="1"/>
          <p:nvPr/>
        </p:nvSpPr>
        <p:spPr>
          <a:xfrm>
            <a:off x="3020998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570343-8499-50AE-0DA8-23576C0198B6}"/>
              </a:ext>
            </a:extLst>
          </p:cNvPr>
          <p:cNvSpPr txBox="1"/>
          <p:nvPr/>
        </p:nvSpPr>
        <p:spPr>
          <a:xfrm>
            <a:off x="3020998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B42DD1-C54C-FB9B-1D65-983BEB1C94E7}"/>
              </a:ext>
            </a:extLst>
          </p:cNvPr>
          <p:cNvSpPr txBox="1"/>
          <p:nvPr/>
        </p:nvSpPr>
        <p:spPr>
          <a:xfrm>
            <a:off x="3020740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A49CC8-6D5B-500A-2605-46623122AD0B}"/>
              </a:ext>
            </a:extLst>
          </p:cNvPr>
          <p:cNvSpPr txBox="1"/>
          <p:nvPr/>
        </p:nvSpPr>
        <p:spPr>
          <a:xfrm>
            <a:off x="2494460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77B4B4-FF73-D831-CF0C-68DF07ED8BAA}"/>
              </a:ext>
            </a:extLst>
          </p:cNvPr>
          <p:cNvSpPr txBox="1"/>
          <p:nvPr/>
        </p:nvSpPr>
        <p:spPr>
          <a:xfrm>
            <a:off x="2494460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4C4F-980C-3EED-23AE-0E5AD0A8DB6B}"/>
              </a:ext>
            </a:extLst>
          </p:cNvPr>
          <p:cNvSpPr txBox="1"/>
          <p:nvPr/>
        </p:nvSpPr>
        <p:spPr>
          <a:xfrm>
            <a:off x="2494460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58C9A1A-741A-7259-01E6-367349BE1C2A}"/>
              </a:ext>
            </a:extLst>
          </p:cNvPr>
          <p:cNvSpPr txBox="1"/>
          <p:nvPr/>
        </p:nvSpPr>
        <p:spPr>
          <a:xfrm>
            <a:off x="2494202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09450E71-386E-F372-BF28-A0565A2D08EE}"/>
              </a:ext>
            </a:extLst>
          </p:cNvPr>
          <p:cNvSpPr/>
          <p:nvPr/>
        </p:nvSpPr>
        <p:spPr>
          <a:xfrm>
            <a:off x="2374330" y="45684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BDE39080-0E30-90FB-BF59-6E740A6A9A2F}"/>
              </a:ext>
            </a:extLst>
          </p:cNvPr>
          <p:cNvSpPr/>
          <p:nvPr/>
        </p:nvSpPr>
        <p:spPr>
          <a:xfrm>
            <a:off x="2374330" y="49316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Brace 137">
            <a:extLst>
              <a:ext uri="{FF2B5EF4-FFF2-40B4-BE49-F238E27FC236}">
                <a16:creationId xmlns:a16="http://schemas.microsoft.com/office/drawing/2014/main" id="{D1EE078A-3519-8FCA-1EC7-6B4DEF809BAC}"/>
              </a:ext>
            </a:extLst>
          </p:cNvPr>
          <p:cNvSpPr/>
          <p:nvPr/>
        </p:nvSpPr>
        <p:spPr>
          <a:xfrm>
            <a:off x="2374330" y="53075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1E8153E8-2586-85A8-8052-C46D00967DB5}"/>
              </a:ext>
            </a:extLst>
          </p:cNvPr>
          <p:cNvSpPr/>
          <p:nvPr/>
        </p:nvSpPr>
        <p:spPr>
          <a:xfrm>
            <a:off x="2374330" y="5680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5484669" y="6487755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 err="1"/>
              <a:t>ToT</a:t>
            </a:r>
            <a:endParaRPr lang="en-US" dirty="0"/>
          </a:p>
        </p:txBody>
      </p:sp>
      <p:sp>
        <p:nvSpPr>
          <p:cNvPr id="85" name="TextBox 24">
            <a:extLst>
              <a:ext uri="{FF2B5EF4-FFF2-40B4-BE49-F238E27FC236}">
                <a16:creationId xmlns:a16="http://schemas.microsoft.com/office/drawing/2014/main" id="{C88B28EA-664F-486D-A947-A9D88DD52BC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1DC4123-A32A-45B9-B748-22DFEC164FF5}"/>
              </a:ext>
            </a:extLst>
          </p:cNvPr>
          <p:cNvSpPr txBox="1"/>
          <p:nvPr/>
        </p:nvSpPr>
        <p:spPr>
          <a:xfrm>
            <a:off x="1471629" y="41014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BD8DDBF6-86AD-49C6-A838-F253ECAA2DFD}"/>
              </a:ext>
            </a:extLst>
          </p:cNvPr>
          <p:cNvSpPr txBox="1"/>
          <p:nvPr/>
        </p:nvSpPr>
        <p:spPr>
          <a:xfrm>
            <a:off x="1531991" y="60326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23">
            <a:extLst>
              <a:ext uri="{FF2B5EF4-FFF2-40B4-BE49-F238E27FC236}">
                <a16:creationId xmlns:a16="http://schemas.microsoft.com/office/drawing/2014/main" id="{71823264-90E6-404F-81BC-489C0D649B1D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88" name="Right Brace 124">
            <a:extLst>
              <a:ext uri="{FF2B5EF4-FFF2-40B4-BE49-F238E27FC236}">
                <a16:creationId xmlns:a16="http://schemas.microsoft.com/office/drawing/2014/main" id="{47ABF21A-1A62-4BED-B9A3-71D6E811E601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ight Brace 125">
            <a:extLst>
              <a:ext uri="{FF2B5EF4-FFF2-40B4-BE49-F238E27FC236}">
                <a16:creationId xmlns:a16="http://schemas.microsoft.com/office/drawing/2014/main" id="{469632F0-7C87-45B4-855C-7619FB1EA3C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ight Brace 126">
            <a:extLst>
              <a:ext uri="{FF2B5EF4-FFF2-40B4-BE49-F238E27FC236}">
                <a16:creationId xmlns:a16="http://schemas.microsoft.com/office/drawing/2014/main" id="{16DC9FA7-50CF-40B1-848B-62FBE05304A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ight Brace 127">
            <a:extLst>
              <a:ext uri="{FF2B5EF4-FFF2-40B4-BE49-F238E27FC236}">
                <a16:creationId xmlns:a16="http://schemas.microsoft.com/office/drawing/2014/main" id="{BD99815B-3975-4176-9385-C1D9C9FAC2A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28">
            <a:extLst>
              <a:ext uri="{FF2B5EF4-FFF2-40B4-BE49-F238E27FC236}">
                <a16:creationId xmlns:a16="http://schemas.microsoft.com/office/drawing/2014/main" id="{347868DA-D62D-430E-B351-6DCB5E79C6F6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93" name="TextBox 129">
            <a:extLst>
              <a:ext uri="{FF2B5EF4-FFF2-40B4-BE49-F238E27FC236}">
                <a16:creationId xmlns:a16="http://schemas.microsoft.com/office/drawing/2014/main" id="{75B10CE5-6833-43C9-8C3F-D98CFA8A65E7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4" name="TextBox 130">
            <a:extLst>
              <a:ext uri="{FF2B5EF4-FFF2-40B4-BE49-F238E27FC236}">
                <a16:creationId xmlns:a16="http://schemas.microsoft.com/office/drawing/2014/main" id="{DEB7A370-DD25-48EC-A7E0-B5FB52FBF149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5" name="TextBox 131">
            <a:extLst>
              <a:ext uri="{FF2B5EF4-FFF2-40B4-BE49-F238E27FC236}">
                <a16:creationId xmlns:a16="http://schemas.microsoft.com/office/drawing/2014/main" id="{13A977C6-193B-419E-AC18-519DE54FC503}"/>
              </a:ext>
            </a:extLst>
          </p:cNvPr>
          <p:cNvSpPr txBox="1"/>
          <p:nvPr/>
        </p:nvSpPr>
        <p:spPr>
          <a:xfrm>
            <a:off x="8546654" y="4550471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96" name="TextBox 132">
            <a:extLst>
              <a:ext uri="{FF2B5EF4-FFF2-40B4-BE49-F238E27FC236}">
                <a16:creationId xmlns:a16="http://schemas.microsoft.com/office/drawing/2014/main" id="{F15A17A5-17CD-4213-8606-85D62A9EA0C7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97" name="TextBox 133">
            <a:extLst>
              <a:ext uri="{FF2B5EF4-FFF2-40B4-BE49-F238E27FC236}">
                <a16:creationId xmlns:a16="http://schemas.microsoft.com/office/drawing/2014/main" id="{7B4259A1-A863-42CA-87A7-86BEF4D8BE96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98" name="TextBox 134">
            <a:extLst>
              <a:ext uri="{FF2B5EF4-FFF2-40B4-BE49-F238E27FC236}">
                <a16:creationId xmlns:a16="http://schemas.microsoft.com/office/drawing/2014/main" id="{45957C11-3C06-4456-BAD2-81343C12A930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99" name="Right Brace 135">
            <a:extLst>
              <a:ext uri="{FF2B5EF4-FFF2-40B4-BE49-F238E27FC236}">
                <a16:creationId xmlns:a16="http://schemas.microsoft.com/office/drawing/2014/main" id="{BC0A0E4F-13AC-405B-8550-9DB8C6ED7C95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ight Brace 136">
            <a:extLst>
              <a:ext uri="{FF2B5EF4-FFF2-40B4-BE49-F238E27FC236}">
                <a16:creationId xmlns:a16="http://schemas.microsoft.com/office/drawing/2014/main" id="{9CCFCFDE-3CC3-489C-B147-5DF641454A5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ight Brace 137">
            <a:extLst>
              <a:ext uri="{FF2B5EF4-FFF2-40B4-BE49-F238E27FC236}">
                <a16:creationId xmlns:a16="http://schemas.microsoft.com/office/drawing/2014/main" id="{EE64470F-B265-4186-80F6-B41E6C1D95FE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ight Brace 138">
            <a:extLst>
              <a:ext uri="{FF2B5EF4-FFF2-40B4-BE49-F238E27FC236}">
                <a16:creationId xmlns:a16="http://schemas.microsoft.com/office/drawing/2014/main" id="{C9657AE9-90D1-45C6-B803-F7798310C48B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38353" y="3995733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1EC3C0-E474-4AC2-A667-6726C83F2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33CAB0E-1ACA-4624-9FC9-3E4D97F30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sp>
        <p:nvSpPr>
          <p:cNvPr id="165" name="TextBox 24">
            <a:extLst>
              <a:ext uri="{FF2B5EF4-FFF2-40B4-BE49-F238E27FC236}">
                <a16:creationId xmlns:a16="http://schemas.microsoft.com/office/drawing/2014/main" id="{EF381201-85C0-44F1-86A9-258D90095A3E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66" name="TextBox 24">
            <a:extLst>
              <a:ext uri="{FF2B5EF4-FFF2-40B4-BE49-F238E27FC236}">
                <a16:creationId xmlns:a16="http://schemas.microsoft.com/office/drawing/2014/main" id="{B534AF95-D95A-4F18-B97C-D1C15889D631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604890E-E4AB-42FE-B7D8-F3DACECE2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846" y="573255"/>
            <a:ext cx="2134028" cy="153246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258E85C4-8A88-48E6-A84C-1734C7AC3B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8468" y="586294"/>
            <a:ext cx="2086226" cy="1503120"/>
          </a:xfrm>
          <a:prstGeom prst="rect">
            <a:avLst/>
          </a:prstGeom>
        </p:spPr>
      </p:pic>
      <p:pic>
        <p:nvPicPr>
          <p:cNvPr id="167" name="Image 166">
            <a:extLst>
              <a:ext uri="{FF2B5EF4-FFF2-40B4-BE49-F238E27FC236}">
                <a16:creationId xmlns:a16="http://schemas.microsoft.com/office/drawing/2014/main" id="{BC99EEB0-6FF7-45A8-A5C0-6E7FAB78DE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9264" y="583565"/>
            <a:ext cx="2113444" cy="1518549"/>
          </a:xfrm>
          <a:prstGeom prst="rect">
            <a:avLst/>
          </a:prstGeom>
        </p:spPr>
      </p:pic>
      <p:pic>
        <p:nvPicPr>
          <p:cNvPr id="168" name="Image 167">
            <a:extLst>
              <a:ext uri="{FF2B5EF4-FFF2-40B4-BE49-F238E27FC236}">
                <a16:creationId xmlns:a16="http://schemas.microsoft.com/office/drawing/2014/main" id="{AA9B328A-CCF8-49CA-BEB0-15C2ABC26B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645" y="596399"/>
            <a:ext cx="2062140" cy="149045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7CE29E5-5A29-4A9F-9470-71B899702A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744" y="4540750"/>
            <a:ext cx="2114977" cy="15133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07C1943-EB6B-435D-AA16-37A5BAE852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6144" y="4540750"/>
            <a:ext cx="2111240" cy="1513367"/>
          </a:xfrm>
          <a:prstGeom prst="rect">
            <a:avLst/>
          </a:prstGeom>
        </p:spPr>
      </p:pic>
      <p:sp>
        <p:nvSpPr>
          <p:cNvPr id="169" name="TextBox 24">
            <a:extLst>
              <a:ext uri="{FF2B5EF4-FFF2-40B4-BE49-F238E27FC236}">
                <a16:creationId xmlns:a16="http://schemas.microsoft.com/office/drawing/2014/main" id="{5929C090-74C9-4E56-8DB3-00A9EEB5B897}"/>
              </a:ext>
            </a:extLst>
          </p:cNvPr>
          <p:cNvSpPr txBox="1"/>
          <p:nvPr/>
        </p:nvSpPr>
        <p:spPr>
          <a:xfrm>
            <a:off x="7581918" y="4284450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DF4CA4-D252-4F45-BD39-F1027A59C6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698" y="4541894"/>
            <a:ext cx="2069983" cy="148646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C1D4CF9-0E70-482F-9219-21D0979D39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1015" y="4544168"/>
            <a:ext cx="2103444" cy="151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7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0BE4A862-0C74-6A6A-CE00-176D32A308B1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29409C8-2C82-4064-6716-48955CAAC7ED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CDB9D93B-2FE7-4AE0-EE52-CA3A36076F89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2B646D67-C85B-9EC6-B02D-CD69A18CC461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1B235E66-5981-04D9-BD06-E66998E76008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81E154-1E6C-411B-7B33-51F12065FB9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BF1852-6E06-2876-8A29-26EDDD2E7D60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495CC-13DE-6F9D-BD21-2028939E16E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246679-EC9E-9B7D-E657-9826B7BFEBA6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0649B4-6B00-5E72-6518-A99D70CA2A60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550D41-CCD2-5590-9C17-D34421E3641F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D09851-637C-CC69-07FD-FB2A5499A6E7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0" name="Right Brace 99">
            <a:extLst>
              <a:ext uri="{FF2B5EF4-FFF2-40B4-BE49-F238E27FC236}">
                <a16:creationId xmlns:a16="http://schemas.microsoft.com/office/drawing/2014/main" id="{E14061CA-413A-D5D4-A80B-8015CFC5C905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371E2F65-2CF6-397E-BEF3-3D745A2A41CB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ight Brace 101">
            <a:extLst>
              <a:ext uri="{FF2B5EF4-FFF2-40B4-BE49-F238E27FC236}">
                <a16:creationId xmlns:a16="http://schemas.microsoft.com/office/drawing/2014/main" id="{4DC1BBC7-5BCD-E4C4-B139-C2FFEE427E24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95A89F32-EE3A-50EA-BB27-FA1D2010C252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D0FBEE-0A47-B967-FCBA-DB6DA3B9C3E2}"/>
              </a:ext>
            </a:extLst>
          </p:cNvPr>
          <p:cNvSpPr txBox="1"/>
          <p:nvPr/>
        </p:nvSpPr>
        <p:spPr>
          <a:xfrm>
            <a:off x="3027868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D68BC4A3-480A-2C82-EFA9-04381DF26EA8}"/>
              </a:ext>
            </a:extLst>
          </p:cNvPr>
          <p:cNvSpPr/>
          <p:nvPr/>
        </p:nvSpPr>
        <p:spPr>
          <a:xfrm flipH="1">
            <a:off x="3454588" y="25180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203277CB-5545-E10D-BB85-F8362C3596BD}"/>
              </a:ext>
            </a:extLst>
          </p:cNvPr>
          <p:cNvSpPr/>
          <p:nvPr/>
        </p:nvSpPr>
        <p:spPr>
          <a:xfrm flipH="1">
            <a:off x="3454588" y="28812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109">
            <a:extLst>
              <a:ext uri="{FF2B5EF4-FFF2-40B4-BE49-F238E27FC236}">
                <a16:creationId xmlns:a16="http://schemas.microsoft.com/office/drawing/2014/main" id="{09E1069A-BEEA-4AF0-FEC9-AC58B2B0F917}"/>
              </a:ext>
            </a:extLst>
          </p:cNvPr>
          <p:cNvSpPr/>
          <p:nvPr/>
        </p:nvSpPr>
        <p:spPr>
          <a:xfrm flipH="1">
            <a:off x="3454588" y="32571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110">
            <a:extLst>
              <a:ext uri="{FF2B5EF4-FFF2-40B4-BE49-F238E27FC236}">
                <a16:creationId xmlns:a16="http://schemas.microsoft.com/office/drawing/2014/main" id="{EE23EB0B-BFD6-5542-301A-9A82BDAE07CE}"/>
              </a:ext>
            </a:extLst>
          </p:cNvPr>
          <p:cNvSpPr/>
          <p:nvPr/>
        </p:nvSpPr>
        <p:spPr>
          <a:xfrm flipH="1">
            <a:off x="3454588" y="3630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9C31CC-FFF2-C7F4-082B-B711A9FE029D}"/>
              </a:ext>
            </a:extLst>
          </p:cNvPr>
          <p:cNvSpPr txBox="1"/>
          <p:nvPr/>
        </p:nvSpPr>
        <p:spPr>
          <a:xfrm>
            <a:off x="3027868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F11989-4D53-2D63-0A2C-A86DD37E23A0}"/>
              </a:ext>
            </a:extLst>
          </p:cNvPr>
          <p:cNvSpPr txBox="1"/>
          <p:nvPr/>
        </p:nvSpPr>
        <p:spPr>
          <a:xfrm>
            <a:off x="3027868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44055E-5FE3-DB2D-3587-5EFE43EAFFEA}"/>
              </a:ext>
            </a:extLst>
          </p:cNvPr>
          <p:cNvSpPr txBox="1"/>
          <p:nvPr/>
        </p:nvSpPr>
        <p:spPr>
          <a:xfrm>
            <a:off x="3027610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540522-8A57-505E-9CF0-1079E1391F3B}"/>
              </a:ext>
            </a:extLst>
          </p:cNvPr>
          <p:cNvSpPr txBox="1"/>
          <p:nvPr/>
        </p:nvSpPr>
        <p:spPr>
          <a:xfrm>
            <a:off x="2501330" y="25433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FABA127-E65E-FA24-1EF1-EBA87853B024}"/>
              </a:ext>
            </a:extLst>
          </p:cNvPr>
          <p:cNvSpPr txBox="1"/>
          <p:nvPr/>
        </p:nvSpPr>
        <p:spPr>
          <a:xfrm>
            <a:off x="2501330" y="2922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807D9E-1FDF-258E-7D88-913127852EE1}"/>
              </a:ext>
            </a:extLst>
          </p:cNvPr>
          <p:cNvSpPr txBox="1"/>
          <p:nvPr/>
        </p:nvSpPr>
        <p:spPr>
          <a:xfrm>
            <a:off x="2501330" y="32634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099C71-F1A2-C5BC-1010-EEC2B19BD3D5}"/>
              </a:ext>
            </a:extLst>
          </p:cNvPr>
          <p:cNvSpPr txBox="1"/>
          <p:nvPr/>
        </p:nvSpPr>
        <p:spPr>
          <a:xfrm>
            <a:off x="2501072" y="3672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53F5E9E2-68FA-F999-2811-5D8F1B615D0F}"/>
              </a:ext>
            </a:extLst>
          </p:cNvPr>
          <p:cNvSpPr/>
          <p:nvPr/>
        </p:nvSpPr>
        <p:spPr>
          <a:xfrm>
            <a:off x="2381200" y="25183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Brace 119">
            <a:extLst>
              <a:ext uri="{FF2B5EF4-FFF2-40B4-BE49-F238E27FC236}">
                <a16:creationId xmlns:a16="http://schemas.microsoft.com/office/drawing/2014/main" id="{F21403E7-86E4-D9DB-0526-0F2355492740}"/>
              </a:ext>
            </a:extLst>
          </p:cNvPr>
          <p:cNvSpPr/>
          <p:nvPr/>
        </p:nvSpPr>
        <p:spPr>
          <a:xfrm>
            <a:off x="2381200" y="28815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Brace 120">
            <a:extLst>
              <a:ext uri="{FF2B5EF4-FFF2-40B4-BE49-F238E27FC236}">
                <a16:creationId xmlns:a16="http://schemas.microsoft.com/office/drawing/2014/main" id="{C7644161-1972-01F2-4693-F8215551860E}"/>
              </a:ext>
            </a:extLst>
          </p:cNvPr>
          <p:cNvSpPr/>
          <p:nvPr/>
        </p:nvSpPr>
        <p:spPr>
          <a:xfrm>
            <a:off x="2381200" y="32574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159A9814-3102-9D06-6F00-3038BE9A790D}"/>
              </a:ext>
            </a:extLst>
          </p:cNvPr>
          <p:cNvSpPr/>
          <p:nvPr/>
        </p:nvSpPr>
        <p:spPr>
          <a:xfrm>
            <a:off x="2381200" y="3630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C7BFF4-4DDC-9147-A634-BD48F6F62704}"/>
              </a:ext>
            </a:extLst>
          </p:cNvPr>
          <p:cNvSpPr txBox="1"/>
          <p:nvPr/>
        </p:nvSpPr>
        <p:spPr>
          <a:xfrm>
            <a:off x="3020998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5" name="Right Brace 124">
            <a:extLst>
              <a:ext uri="{FF2B5EF4-FFF2-40B4-BE49-F238E27FC236}">
                <a16:creationId xmlns:a16="http://schemas.microsoft.com/office/drawing/2014/main" id="{B46A7747-380A-0AF8-10E4-40A6CED7E8BC}"/>
              </a:ext>
            </a:extLst>
          </p:cNvPr>
          <p:cNvSpPr/>
          <p:nvPr/>
        </p:nvSpPr>
        <p:spPr>
          <a:xfrm flipH="1">
            <a:off x="3447718" y="45680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6EB1582D-DC7F-219E-823E-4E85AE196CE8}"/>
              </a:ext>
            </a:extLst>
          </p:cNvPr>
          <p:cNvSpPr/>
          <p:nvPr/>
        </p:nvSpPr>
        <p:spPr>
          <a:xfrm flipH="1">
            <a:off x="3447718" y="49313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60C95A9A-2049-BC4E-8202-5EEA75DC0E6F}"/>
              </a:ext>
            </a:extLst>
          </p:cNvPr>
          <p:cNvSpPr/>
          <p:nvPr/>
        </p:nvSpPr>
        <p:spPr>
          <a:xfrm flipH="1">
            <a:off x="3447718" y="53072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Brace 127">
            <a:extLst>
              <a:ext uri="{FF2B5EF4-FFF2-40B4-BE49-F238E27FC236}">
                <a16:creationId xmlns:a16="http://schemas.microsoft.com/office/drawing/2014/main" id="{7503A207-4C95-1B0F-1410-3BF7AD66D0C3}"/>
              </a:ext>
            </a:extLst>
          </p:cNvPr>
          <p:cNvSpPr/>
          <p:nvPr/>
        </p:nvSpPr>
        <p:spPr>
          <a:xfrm flipH="1">
            <a:off x="3447718" y="5680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76763C9-806A-947E-B2C4-FC78450AFA0C}"/>
              </a:ext>
            </a:extLst>
          </p:cNvPr>
          <p:cNvSpPr txBox="1"/>
          <p:nvPr/>
        </p:nvSpPr>
        <p:spPr>
          <a:xfrm>
            <a:off x="3020998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570343-8499-50AE-0DA8-23576C0198B6}"/>
              </a:ext>
            </a:extLst>
          </p:cNvPr>
          <p:cNvSpPr txBox="1"/>
          <p:nvPr/>
        </p:nvSpPr>
        <p:spPr>
          <a:xfrm>
            <a:off x="3020998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B42DD1-C54C-FB9B-1D65-983BEB1C94E7}"/>
              </a:ext>
            </a:extLst>
          </p:cNvPr>
          <p:cNvSpPr txBox="1"/>
          <p:nvPr/>
        </p:nvSpPr>
        <p:spPr>
          <a:xfrm>
            <a:off x="3020740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A49CC8-6D5B-500A-2605-46623122AD0B}"/>
              </a:ext>
            </a:extLst>
          </p:cNvPr>
          <p:cNvSpPr txBox="1"/>
          <p:nvPr/>
        </p:nvSpPr>
        <p:spPr>
          <a:xfrm>
            <a:off x="2494460" y="45934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77B4B4-FF73-D831-CF0C-68DF07ED8BAA}"/>
              </a:ext>
            </a:extLst>
          </p:cNvPr>
          <p:cNvSpPr txBox="1"/>
          <p:nvPr/>
        </p:nvSpPr>
        <p:spPr>
          <a:xfrm>
            <a:off x="2494460" y="49730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8914C4F-980C-3EED-23AE-0E5AD0A8DB6B}"/>
              </a:ext>
            </a:extLst>
          </p:cNvPr>
          <p:cNvSpPr txBox="1"/>
          <p:nvPr/>
        </p:nvSpPr>
        <p:spPr>
          <a:xfrm>
            <a:off x="2494460" y="53135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58C9A1A-741A-7259-01E6-367349BE1C2A}"/>
              </a:ext>
            </a:extLst>
          </p:cNvPr>
          <p:cNvSpPr txBox="1"/>
          <p:nvPr/>
        </p:nvSpPr>
        <p:spPr>
          <a:xfrm>
            <a:off x="2494202" y="5722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09450E71-386E-F372-BF28-A0565A2D08EE}"/>
              </a:ext>
            </a:extLst>
          </p:cNvPr>
          <p:cNvSpPr/>
          <p:nvPr/>
        </p:nvSpPr>
        <p:spPr>
          <a:xfrm>
            <a:off x="2374330" y="45684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BDE39080-0E30-90FB-BF59-6E740A6A9A2F}"/>
              </a:ext>
            </a:extLst>
          </p:cNvPr>
          <p:cNvSpPr/>
          <p:nvPr/>
        </p:nvSpPr>
        <p:spPr>
          <a:xfrm>
            <a:off x="2374330" y="49316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ight Brace 137">
            <a:extLst>
              <a:ext uri="{FF2B5EF4-FFF2-40B4-BE49-F238E27FC236}">
                <a16:creationId xmlns:a16="http://schemas.microsoft.com/office/drawing/2014/main" id="{D1EE078A-3519-8FCA-1EC7-6B4DEF809BAC}"/>
              </a:ext>
            </a:extLst>
          </p:cNvPr>
          <p:cNvSpPr/>
          <p:nvPr/>
        </p:nvSpPr>
        <p:spPr>
          <a:xfrm>
            <a:off x="2374330" y="53075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1E8153E8-2586-85A8-8052-C46D00967DB5}"/>
              </a:ext>
            </a:extLst>
          </p:cNvPr>
          <p:cNvSpPr/>
          <p:nvPr/>
        </p:nvSpPr>
        <p:spPr>
          <a:xfrm>
            <a:off x="2374330" y="5680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00F61-E17D-F1C6-4FA0-3D0BD4A7AF88}"/>
              </a:ext>
            </a:extLst>
          </p:cNvPr>
          <p:cNvSpPr txBox="1"/>
          <p:nvPr/>
        </p:nvSpPr>
        <p:spPr>
          <a:xfrm>
            <a:off x="4215516" y="6463998"/>
            <a:ext cx="37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 err="1"/>
              <a:t>Summary</a:t>
            </a:r>
            <a:endParaRPr lang="en-US" dirty="0"/>
          </a:p>
        </p:txBody>
      </p:sp>
      <p:sp>
        <p:nvSpPr>
          <p:cNvPr id="85" name="TextBox 24">
            <a:extLst>
              <a:ext uri="{FF2B5EF4-FFF2-40B4-BE49-F238E27FC236}">
                <a16:creationId xmlns:a16="http://schemas.microsoft.com/office/drawing/2014/main" id="{C88B28EA-664F-486D-A947-A9D88DD52BCF}"/>
              </a:ext>
            </a:extLst>
          </p:cNvPr>
          <p:cNvSpPr txBox="1"/>
          <p:nvPr/>
        </p:nvSpPr>
        <p:spPr>
          <a:xfrm>
            <a:off x="1461279" y="21842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1DC4123-A32A-45B9-B748-22DFEC164FF5}"/>
              </a:ext>
            </a:extLst>
          </p:cNvPr>
          <p:cNvSpPr txBox="1"/>
          <p:nvPr/>
        </p:nvSpPr>
        <p:spPr>
          <a:xfrm>
            <a:off x="1471629" y="41014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BD8DDBF6-86AD-49C6-A838-F253ECAA2DFD}"/>
              </a:ext>
            </a:extLst>
          </p:cNvPr>
          <p:cNvSpPr txBox="1"/>
          <p:nvPr/>
        </p:nvSpPr>
        <p:spPr>
          <a:xfrm>
            <a:off x="1531991" y="60326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90" name="Picture 9">
            <a:extLst>
              <a:ext uri="{FF2B5EF4-FFF2-40B4-BE49-F238E27FC236}">
                <a16:creationId xmlns:a16="http://schemas.microsoft.com/office/drawing/2014/main" id="{ED51BCC3-7C34-4FDD-A1A4-8636B631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62" y="2514361"/>
            <a:ext cx="2209800" cy="1478280"/>
          </a:xfrm>
          <a:prstGeom prst="rect">
            <a:avLst/>
          </a:prstGeom>
        </p:spPr>
      </p:pic>
      <p:pic>
        <p:nvPicPr>
          <p:cNvPr id="91" name="Picture 11">
            <a:extLst>
              <a:ext uri="{FF2B5EF4-FFF2-40B4-BE49-F238E27FC236}">
                <a16:creationId xmlns:a16="http://schemas.microsoft.com/office/drawing/2014/main" id="{EC238DA3-8876-41C8-B194-3DEE52A47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62" y="2513091"/>
            <a:ext cx="2209800" cy="1478280"/>
          </a:xfrm>
          <a:prstGeom prst="rect">
            <a:avLst/>
          </a:prstGeom>
        </p:spPr>
      </p:pic>
      <p:pic>
        <p:nvPicPr>
          <p:cNvPr id="94" name="Picture 15">
            <a:extLst>
              <a:ext uri="{FF2B5EF4-FFF2-40B4-BE49-F238E27FC236}">
                <a16:creationId xmlns:a16="http://schemas.microsoft.com/office/drawing/2014/main" id="{B4C6188F-4EB0-4E7E-96D0-8049DE6D1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546" y="4553167"/>
            <a:ext cx="2209800" cy="1478280"/>
          </a:xfrm>
          <a:prstGeom prst="rect">
            <a:avLst/>
          </a:prstGeom>
        </p:spPr>
      </p:pic>
      <p:sp>
        <p:nvSpPr>
          <p:cNvPr id="95" name="TextBox 76">
            <a:extLst>
              <a:ext uri="{FF2B5EF4-FFF2-40B4-BE49-F238E27FC236}">
                <a16:creationId xmlns:a16="http://schemas.microsoft.com/office/drawing/2014/main" id="{F383BB97-12EE-40AA-9AA3-551E0B89F0D3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6" name="Right Brace 77">
            <a:extLst>
              <a:ext uri="{FF2B5EF4-FFF2-40B4-BE49-F238E27FC236}">
                <a16:creationId xmlns:a16="http://schemas.microsoft.com/office/drawing/2014/main" id="{011CF3C6-B5BD-4A7A-A1DE-ECFC3733D63A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Brace 78">
            <a:extLst>
              <a:ext uri="{FF2B5EF4-FFF2-40B4-BE49-F238E27FC236}">
                <a16:creationId xmlns:a16="http://schemas.microsoft.com/office/drawing/2014/main" id="{43BF6D9F-7AEB-4C15-9525-CCC224095560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Brace 79">
            <a:extLst>
              <a:ext uri="{FF2B5EF4-FFF2-40B4-BE49-F238E27FC236}">
                <a16:creationId xmlns:a16="http://schemas.microsoft.com/office/drawing/2014/main" id="{2F269B00-41D6-477C-88C0-C711847D4F80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Brace 80">
            <a:extLst>
              <a:ext uri="{FF2B5EF4-FFF2-40B4-BE49-F238E27FC236}">
                <a16:creationId xmlns:a16="http://schemas.microsoft.com/office/drawing/2014/main" id="{4DFCDA52-AA23-4BA0-9231-B9759700319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81">
            <a:extLst>
              <a:ext uri="{FF2B5EF4-FFF2-40B4-BE49-F238E27FC236}">
                <a16:creationId xmlns:a16="http://schemas.microsoft.com/office/drawing/2014/main" id="{E39D12BF-C795-4BB3-B2DF-89E43559C1A6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1" name="TextBox 82">
            <a:extLst>
              <a:ext uri="{FF2B5EF4-FFF2-40B4-BE49-F238E27FC236}">
                <a16:creationId xmlns:a16="http://schemas.microsoft.com/office/drawing/2014/main" id="{40BE3C32-0E11-4B91-A730-B7EE99980FF2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2" name="TextBox 83">
            <a:extLst>
              <a:ext uri="{FF2B5EF4-FFF2-40B4-BE49-F238E27FC236}">
                <a16:creationId xmlns:a16="http://schemas.microsoft.com/office/drawing/2014/main" id="{8952293B-9A3A-4918-B348-EF5B26C32A77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4" name="TextBox 91">
            <a:extLst>
              <a:ext uri="{FF2B5EF4-FFF2-40B4-BE49-F238E27FC236}">
                <a16:creationId xmlns:a16="http://schemas.microsoft.com/office/drawing/2014/main" id="{AB7FF875-02C6-45D9-8FD9-E3CCA837209A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6" name="TextBox 96">
            <a:extLst>
              <a:ext uri="{FF2B5EF4-FFF2-40B4-BE49-F238E27FC236}">
                <a16:creationId xmlns:a16="http://schemas.microsoft.com/office/drawing/2014/main" id="{EF2CFB29-919F-4C70-93BA-C9B70BE4625C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7" name="TextBox 97">
            <a:extLst>
              <a:ext uri="{FF2B5EF4-FFF2-40B4-BE49-F238E27FC236}">
                <a16:creationId xmlns:a16="http://schemas.microsoft.com/office/drawing/2014/main" id="{C8C20A8B-4821-40B9-9094-EDFCCF806539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8" name="TextBox 98">
            <a:extLst>
              <a:ext uri="{FF2B5EF4-FFF2-40B4-BE49-F238E27FC236}">
                <a16:creationId xmlns:a16="http://schemas.microsoft.com/office/drawing/2014/main" id="{710F6E40-0807-4C19-B5F4-8EB48F4BAC0D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49" name="Right Brace 99">
            <a:extLst>
              <a:ext uri="{FF2B5EF4-FFF2-40B4-BE49-F238E27FC236}">
                <a16:creationId xmlns:a16="http://schemas.microsoft.com/office/drawing/2014/main" id="{D59B3E13-BBDD-4556-A425-EC325E746841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ight Brace 100">
            <a:extLst>
              <a:ext uri="{FF2B5EF4-FFF2-40B4-BE49-F238E27FC236}">
                <a16:creationId xmlns:a16="http://schemas.microsoft.com/office/drawing/2014/main" id="{EB5A9D45-3B5D-4973-BAD9-BD2D1D12F9C4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1">
            <a:extLst>
              <a:ext uri="{FF2B5EF4-FFF2-40B4-BE49-F238E27FC236}">
                <a16:creationId xmlns:a16="http://schemas.microsoft.com/office/drawing/2014/main" id="{08B37E11-BEFC-417F-A5E8-174811164FDB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2">
            <a:extLst>
              <a:ext uri="{FF2B5EF4-FFF2-40B4-BE49-F238E27FC236}">
                <a16:creationId xmlns:a16="http://schemas.microsoft.com/office/drawing/2014/main" id="{944578C9-9577-483A-A7FC-DC0B113D554F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06">
            <a:extLst>
              <a:ext uri="{FF2B5EF4-FFF2-40B4-BE49-F238E27FC236}">
                <a16:creationId xmlns:a16="http://schemas.microsoft.com/office/drawing/2014/main" id="{7B9DE061-5870-4210-B70D-F8125D15A0C8}"/>
              </a:ext>
            </a:extLst>
          </p:cNvPr>
          <p:cNvSpPr txBox="1"/>
          <p:nvPr/>
        </p:nvSpPr>
        <p:spPr>
          <a:xfrm>
            <a:off x="9104942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55" name="Right Brace 107">
            <a:extLst>
              <a:ext uri="{FF2B5EF4-FFF2-40B4-BE49-F238E27FC236}">
                <a16:creationId xmlns:a16="http://schemas.microsoft.com/office/drawing/2014/main" id="{9482AF0A-397D-4A01-B4AC-2A24B0BC7D57}"/>
              </a:ext>
            </a:extLst>
          </p:cNvPr>
          <p:cNvSpPr/>
          <p:nvPr/>
        </p:nvSpPr>
        <p:spPr>
          <a:xfrm flipH="1">
            <a:off x="9531662" y="250533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08">
            <a:extLst>
              <a:ext uri="{FF2B5EF4-FFF2-40B4-BE49-F238E27FC236}">
                <a16:creationId xmlns:a16="http://schemas.microsoft.com/office/drawing/2014/main" id="{D3932307-F055-4B55-868C-F1D46448D59F}"/>
              </a:ext>
            </a:extLst>
          </p:cNvPr>
          <p:cNvSpPr/>
          <p:nvPr/>
        </p:nvSpPr>
        <p:spPr>
          <a:xfrm flipH="1">
            <a:off x="9531662" y="28685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Brace 109">
            <a:extLst>
              <a:ext uri="{FF2B5EF4-FFF2-40B4-BE49-F238E27FC236}">
                <a16:creationId xmlns:a16="http://schemas.microsoft.com/office/drawing/2014/main" id="{354B6B2D-1858-48C8-A1BC-13B2B4BA9587}"/>
              </a:ext>
            </a:extLst>
          </p:cNvPr>
          <p:cNvSpPr/>
          <p:nvPr/>
        </p:nvSpPr>
        <p:spPr>
          <a:xfrm flipH="1">
            <a:off x="9531662" y="324447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ight Brace 110">
            <a:extLst>
              <a:ext uri="{FF2B5EF4-FFF2-40B4-BE49-F238E27FC236}">
                <a16:creationId xmlns:a16="http://schemas.microsoft.com/office/drawing/2014/main" id="{BF644643-C122-4521-B67D-254AE32037BF}"/>
              </a:ext>
            </a:extLst>
          </p:cNvPr>
          <p:cNvSpPr/>
          <p:nvPr/>
        </p:nvSpPr>
        <p:spPr>
          <a:xfrm flipH="1">
            <a:off x="9531662" y="3617856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11">
            <a:extLst>
              <a:ext uri="{FF2B5EF4-FFF2-40B4-BE49-F238E27FC236}">
                <a16:creationId xmlns:a16="http://schemas.microsoft.com/office/drawing/2014/main" id="{7DCF341E-DF3E-493F-85B8-92E1878C8355}"/>
              </a:ext>
            </a:extLst>
          </p:cNvPr>
          <p:cNvSpPr txBox="1"/>
          <p:nvPr/>
        </p:nvSpPr>
        <p:spPr>
          <a:xfrm>
            <a:off x="9104942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60" name="TextBox 112">
            <a:extLst>
              <a:ext uri="{FF2B5EF4-FFF2-40B4-BE49-F238E27FC236}">
                <a16:creationId xmlns:a16="http://schemas.microsoft.com/office/drawing/2014/main" id="{E57052A3-7215-49DA-A695-B995B1F1FE0A}"/>
              </a:ext>
            </a:extLst>
          </p:cNvPr>
          <p:cNvSpPr txBox="1"/>
          <p:nvPr/>
        </p:nvSpPr>
        <p:spPr>
          <a:xfrm>
            <a:off x="9104942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1" name="TextBox 113">
            <a:extLst>
              <a:ext uri="{FF2B5EF4-FFF2-40B4-BE49-F238E27FC236}">
                <a16:creationId xmlns:a16="http://schemas.microsoft.com/office/drawing/2014/main" id="{AB44F57B-764D-4228-85AD-FA0D60CC8931}"/>
              </a:ext>
            </a:extLst>
          </p:cNvPr>
          <p:cNvSpPr txBox="1"/>
          <p:nvPr/>
        </p:nvSpPr>
        <p:spPr>
          <a:xfrm>
            <a:off x="9104684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C6110012-7DD2-4CE2-BE00-F8F126087040}"/>
              </a:ext>
            </a:extLst>
          </p:cNvPr>
          <p:cNvSpPr txBox="1"/>
          <p:nvPr/>
        </p:nvSpPr>
        <p:spPr>
          <a:xfrm>
            <a:off x="8572184" y="253066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63" name="TextBox 115">
            <a:extLst>
              <a:ext uri="{FF2B5EF4-FFF2-40B4-BE49-F238E27FC236}">
                <a16:creationId xmlns:a16="http://schemas.microsoft.com/office/drawing/2014/main" id="{F063AC6B-D6CD-438C-8701-00B469791CB8}"/>
              </a:ext>
            </a:extLst>
          </p:cNvPr>
          <p:cNvSpPr txBox="1"/>
          <p:nvPr/>
        </p:nvSpPr>
        <p:spPr>
          <a:xfrm>
            <a:off x="8572184" y="29102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64" name="TextBox 116">
            <a:extLst>
              <a:ext uri="{FF2B5EF4-FFF2-40B4-BE49-F238E27FC236}">
                <a16:creationId xmlns:a16="http://schemas.microsoft.com/office/drawing/2014/main" id="{2F373B81-DEFC-4450-84EC-368666EDA49C}"/>
              </a:ext>
            </a:extLst>
          </p:cNvPr>
          <p:cNvSpPr txBox="1"/>
          <p:nvPr/>
        </p:nvSpPr>
        <p:spPr>
          <a:xfrm>
            <a:off x="8572184" y="3250753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82" name="TextBox 117">
            <a:extLst>
              <a:ext uri="{FF2B5EF4-FFF2-40B4-BE49-F238E27FC236}">
                <a16:creationId xmlns:a16="http://schemas.microsoft.com/office/drawing/2014/main" id="{D9E7150E-9D76-4148-A1AB-A82CA3764533}"/>
              </a:ext>
            </a:extLst>
          </p:cNvPr>
          <p:cNvSpPr txBox="1"/>
          <p:nvPr/>
        </p:nvSpPr>
        <p:spPr>
          <a:xfrm>
            <a:off x="8571926" y="36595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83" name="Right Brace 118">
            <a:extLst>
              <a:ext uri="{FF2B5EF4-FFF2-40B4-BE49-F238E27FC236}">
                <a16:creationId xmlns:a16="http://schemas.microsoft.com/office/drawing/2014/main" id="{0787E2DC-0EEC-45B1-B442-AB1A85E4AB47}"/>
              </a:ext>
            </a:extLst>
          </p:cNvPr>
          <p:cNvSpPr/>
          <p:nvPr/>
        </p:nvSpPr>
        <p:spPr>
          <a:xfrm>
            <a:off x="8458274" y="250564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ight Brace 119">
            <a:extLst>
              <a:ext uri="{FF2B5EF4-FFF2-40B4-BE49-F238E27FC236}">
                <a16:creationId xmlns:a16="http://schemas.microsoft.com/office/drawing/2014/main" id="{D8535CD5-D32C-4DD1-BEF4-19B8E2D9243B}"/>
              </a:ext>
            </a:extLst>
          </p:cNvPr>
          <p:cNvSpPr/>
          <p:nvPr/>
        </p:nvSpPr>
        <p:spPr>
          <a:xfrm>
            <a:off x="8458274" y="28688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ight Brace 120">
            <a:extLst>
              <a:ext uri="{FF2B5EF4-FFF2-40B4-BE49-F238E27FC236}">
                <a16:creationId xmlns:a16="http://schemas.microsoft.com/office/drawing/2014/main" id="{68E943C2-418F-4330-8835-C25FDA086B77}"/>
              </a:ext>
            </a:extLst>
          </p:cNvPr>
          <p:cNvSpPr/>
          <p:nvPr/>
        </p:nvSpPr>
        <p:spPr>
          <a:xfrm>
            <a:off x="8458274" y="324478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ight Brace 121">
            <a:extLst>
              <a:ext uri="{FF2B5EF4-FFF2-40B4-BE49-F238E27FC236}">
                <a16:creationId xmlns:a16="http://schemas.microsoft.com/office/drawing/2014/main" id="{0B31706E-1FD6-4A17-A031-AC6C64459F6D}"/>
              </a:ext>
            </a:extLst>
          </p:cNvPr>
          <p:cNvSpPr/>
          <p:nvPr/>
        </p:nvSpPr>
        <p:spPr>
          <a:xfrm>
            <a:off x="8458274" y="361816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23">
            <a:extLst>
              <a:ext uri="{FF2B5EF4-FFF2-40B4-BE49-F238E27FC236}">
                <a16:creationId xmlns:a16="http://schemas.microsoft.com/office/drawing/2014/main" id="{71823264-90E6-404F-81BC-489C0D649B1D}"/>
              </a:ext>
            </a:extLst>
          </p:cNvPr>
          <p:cNvSpPr txBox="1"/>
          <p:nvPr/>
        </p:nvSpPr>
        <p:spPr>
          <a:xfrm>
            <a:off x="9098072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88" name="Right Brace 124">
            <a:extLst>
              <a:ext uri="{FF2B5EF4-FFF2-40B4-BE49-F238E27FC236}">
                <a16:creationId xmlns:a16="http://schemas.microsoft.com/office/drawing/2014/main" id="{47ABF21A-1A62-4BED-B9A3-71D6E811E601}"/>
              </a:ext>
            </a:extLst>
          </p:cNvPr>
          <p:cNvSpPr/>
          <p:nvPr/>
        </p:nvSpPr>
        <p:spPr>
          <a:xfrm flipH="1">
            <a:off x="9524792" y="455539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ight Brace 125">
            <a:extLst>
              <a:ext uri="{FF2B5EF4-FFF2-40B4-BE49-F238E27FC236}">
                <a16:creationId xmlns:a16="http://schemas.microsoft.com/office/drawing/2014/main" id="{469632F0-7C87-45B4-855C-7619FB1EA3CA}"/>
              </a:ext>
            </a:extLst>
          </p:cNvPr>
          <p:cNvSpPr/>
          <p:nvPr/>
        </p:nvSpPr>
        <p:spPr>
          <a:xfrm flipH="1">
            <a:off x="9524792" y="49186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ight Brace 126">
            <a:extLst>
              <a:ext uri="{FF2B5EF4-FFF2-40B4-BE49-F238E27FC236}">
                <a16:creationId xmlns:a16="http://schemas.microsoft.com/office/drawing/2014/main" id="{16DC9FA7-50CF-40B1-848B-62FBE05304AF}"/>
              </a:ext>
            </a:extLst>
          </p:cNvPr>
          <p:cNvSpPr/>
          <p:nvPr/>
        </p:nvSpPr>
        <p:spPr>
          <a:xfrm flipH="1">
            <a:off x="9524792" y="529453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ight Brace 127">
            <a:extLst>
              <a:ext uri="{FF2B5EF4-FFF2-40B4-BE49-F238E27FC236}">
                <a16:creationId xmlns:a16="http://schemas.microsoft.com/office/drawing/2014/main" id="{BD99815B-3975-4176-9385-C1D9C9FAC2AA}"/>
              </a:ext>
            </a:extLst>
          </p:cNvPr>
          <p:cNvSpPr/>
          <p:nvPr/>
        </p:nvSpPr>
        <p:spPr>
          <a:xfrm flipH="1">
            <a:off x="9524792" y="566791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28">
            <a:extLst>
              <a:ext uri="{FF2B5EF4-FFF2-40B4-BE49-F238E27FC236}">
                <a16:creationId xmlns:a16="http://schemas.microsoft.com/office/drawing/2014/main" id="{347868DA-D62D-430E-B351-6DCB5E79C6F6}"/>
              </a:ext>
            </a:extLst>
          </p:cNvPr>
          <p:cNvSpPr txBox="1"/>
          <p:nvPr/>
        </p:nvSpPr>
        <p:spPr>
          <a:xfrm>
            <a:off x="9098072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93" name="TextBox 129">
            <a:extLst>
              <a:ext uri="{FF2B5EF4-FFF2-40B4-BE49-F238E27FC236}">
                <a16:creationId xmlns:a16="http://schemas.microsoft.com/office/drawing/2014/main" id="{75B10CE5-6833-43C9-8C3F-D98CFA8A65E7}"/>
              </a:ext>
            </a:extLst>
          </p:cNvPr>
          <p:cNvSpPr txBox="1"/>
          <p:nvPr/>
        </p:nvSpPr>
        <p:spPr>
          <a:xfrm>
            <a:off x="9098072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4" name="TextBox 130">
            <a:extLst>
              <a:ext uri="{FF2B5EF4-FFF2-40B4-BE49-F238E27FC236}">
                <a16:creationId xmlns:a16="http://schemas.microsoft.com/office/drawing/2014/main" id="{DEB7A370-DD25-48EC-A7E0-B5FB52FBF149}"/>
              </a:ext>
            </a:extLst>
          </p:cNvPr>
          <p:cNvSpPr txBox="1"/>
          <p:nvPr/>
        </p:nvSpPr>
        <p:spPr>
          <a:xfrm>
            <a:off x="9097814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95" name="TextBox 131">
            <a:extLst>
              <a:ext uri="{FF2B5EF4-FFF2-40B4-BE49-F238E27FC236}">
                <a16:creationId xmlns:a16="http://schemas.microsoft.com/office/drawing/2014/main" id="{13A977C6-193B-419E-AC18-519DE54FC503}"/>
              </a:ext>
            </a:extLst>
          </p:cNvPr>
          <p:cNvSpPr txBox="1"/>
          <p:nvPr/>
        </p:nvSpPr>
        <p:spPr>
          <a:xfrm>
            <a:off x="8565314" y="458072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96" name="TextBox 132">
            <a:extLst>
              <a:ext uri="{FF2B5EF4-FFF2-40B4-BE49-F238E27FC236}">
                <a16:creationId xmlns:a16="http://schemas.microsoft.com/office/drawing/2014/main" id="{F15A17A5-17CD-4213-8606-85D62A9EA0C7}"/>
              </a:ext>
            </a:extLst>
          </p:cNvPr>
          <p:cNvSpPr txBox="1"/>
          <p:nvPr/>
        </p:nvSpPr>
        <p:spPr>
          <a:xfrm>
            <a:off x="8565314" y="49603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97" name="TextBox 133">
            <a:extLst>
              <a:ext uri="{FF2B5EF4-FFF2-40B4-BE49-F238E27FC236}">
                <a16:creationId xmlns:a16="http://schemas.microsoft.com/office/drawing/2014/main" id="{7B4259A1-A863-42CA-87A7-86BEF4D8BE96}"/>
              </a:ext>
            </a:extLst>
          </p:cNvPr>
          <p:cNvSpPr txBox="1"/>
          <p:nvPr/>
        </p:nvSpPr>
        <p:spPr>
          <a:xfrm>
            <a:off x="8565314" y="53008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98" name="TextBox 134">
            <a:extLst>
              <a:ext uri="{FF2B5EF4-FFF2-40B4-BE49-F238E27FC236}">
                <a16:creationId xmlns:a16="http://schemas.microsoft.com/office/drawing/2014/main" id="{45957C11-3C06-4456-BAD2-81343C12A930}"/>
              </a:ext>
            </a:extLst>
          </p:cNvPr>
          <p:cNvSpPr txBox="1"/>
          <p:nvPr/>
        </p:nvSpPr>
        <p:spPr>
          <a:xfrm>
            <a:off x="8565056" y="570961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99" name="Right Brace 135">
            <a:extLst>
              <a:ext uri="{FF2B5EF4-FFF2-40B4-BE49-F238E27FC236}">
                <a16:creationId xmlns:a16="http://schemas.microsoft.com/office/drawing/2014/main" id="{BC0A0E4F-13AC-405B-8550-9DB8C6ED7C95}"/>
              </a:ext>
            </a:extLst>
          </p:cNvPr>
          <p:cNvSpPr/>
          <p:nvPr/>
        </p:nvSpPr>
        <p:spPr>
          <a:xfrm>
            <a:off x="8451404" y="455570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ight Brace 136">
            <a:extLst>
              <a:ext uri="{FF2B5EF4-FFF2-40B4-BE49-F238E27FC236}">
                <a16:creationId xmlns:a16="http://schemas.microsoft.com/office/drawing/2014/main" id="{9CCFCFDE-3CC3-489C-B147-5DF641454A5E}"/>
              </a:ext>
            </a:extLst>
          </p:cNvPr>
          <p:cNvSpPr/>
          <p:nvPr/>
        </p:nvSpPr>
        <p:spPr>
          <a:xfrm>
            <a:off x="8451404" y="49189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ight Brace 137">
            <a:extLst>
              <a:ext uri="{FF2B5EF4-FFF2-40B4-BE49-F238E27FC236}">
                <a16:creationId xmlns:a16="http://schemas.microsoft.com/office/drawing/2014/main" id="{EE64470F-B265-4186-80F6-B41E6C1D95FE}"/>
              </a:ext>
            </a:extLst>
          </p:cNvPr>
          <p:cNvSpPr/>
          <p:nvPr/>
        </p:nvSpPr>
        <p:spPr>
          <a:xfrm>
            <a:off x="8451404" y="529484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ight Brace 138">
            <a:extLst>
              <a:ext uri="{FF2B5EF4-FFF2-40B4-BE49-F238E27FC236}">
                <a16:creationId xmlns:a16="http://schemas.microsoft.com/office/drawing/2014/main" id="{C9657AE9-90D1-45C6-B803-F7798310C48B}"/>
              </a:ext>
            </a:extLst>
          </p:cNvPr>
          <p:cNvSpPr/>
          <p:nvPr/>
        </p:nvSpPr>
        <p:spPr>
          <a:xfrm>
            <a:off x="8451404" y="566822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4">
            <a:extLst>
              <a:ext uri="{FF2B5EF4-FFF2-40B4-BE49-F238E27FC236}">
                <a16:creationId xmlns:a16="http://schemas.microsoft.com/office/drawing/2014/main" id="{7AFA78D5-4AFD-47EA-8F0D-FD9075A5B910}"/>
              </a:ext>
            </a:extLst>
          </p:cNvPr>
          <p:cNvSpPr txBox="1"/>
          <p:nvPr/>
        </p:nvSpPr>
        <p:spPr>
          <a:xfrm>
            <a:off x="7538353" y="2171539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204" name="TextBox 24">
            <a:extLst>
              <a:ext uri="{FF2B5EF4-FFF2-40B4-BE49-F238E27FC236}">
                <a16:creationId xmlns:a16="http://schemas.microsoft.com/office/drawing/2014/main" id="{5830045D-05A9-4109-BF32-59B1FFE8B881}"/>
              </a:ext>
            </a:extLst>
          </p:cNvPr>
          <p:cNvSpPr txBox="1"/>
          <p:nvPr/>
        </p:nvSpPr>
        <p:spPr>
          <a:xfrm>
            <a:off x="7548703" y="408875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205" name="TextBox 24">
            <a:extLst>
              <a:ext uri="{FF2B5EF4-FFF2-40B4-BE49-F238E27FC236}">
                <a16:creationId xmlns:a16="http://schemas.microsoft.com/office/drawing/2014/main" id="{A20DD6AC-0423-4DFF-8BED-1BBDAE0D813C}"/>
              </a:ext>
            </a:extLst>
          </p:cNvPr>
          <p:cNvSpPr txBox="1"/>
          <p:nvPr/>
        </p:nvSpPr>
        <p:spPr>
          <a:xfrm>
            <a:off x="7609065" y="6019946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1EC3C0-E474-4AC2-A667-6726C83F2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34" y="2505336"/>
            <a:ext cx="2085678" cy="14987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33CAB0E-1ACA-4624-9FC9-3E4D97F30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1350" y="2505639"/>
            <a:ext cx="2085678" cy="150139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02D192E-2728-4D92-B13D-132E18522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726" y="4558646"/>
            <a:ext cx="2110863" cy="15177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F04F075-BFEE-45CE-95AD-67F6BC50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1701" y="4563006"/>
            <a:ext cx="2110864" cy="151336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A30A029-3A7D-4BB1-A44E-411CFD567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236" y="585941"/>
            <a:ext cx="2089355" cy="150347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DE28A6E-153D-4CC3-A579-CD02132592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9264" y="592075"/>
            <a:ext cx="2080829" cy="149733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E810207-89F4-4AEE-8638-AD3CE95545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2162" y="572317"/>
            <a:ext cx="2090811" cy="1497124"/>
          </a:xfrm>
          <a:prstGeom prst="rect">
            <a:avLst/>
          </a:prstGeom>
        </p:spPr>
      </p:pic>
      <p:sp>
        <p:nvSpPr>
          <p:cNvPr id="165" name="TextBox 24">
            <a:extLst>
              <a:ext uri="{FF2B5EF4-FFF2-40B4-BE49-F238E27FC236}">
                <a16:creationId xmlns:a16="http://schemas.microsoft.com/office/drawing/2014/main" id="{EF381201-85C0-44F1-86A9-258D90095A3E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66" name="TextBox 24">
            <a:extLst>
              <a:ext uri="{FF2B5EF4-FFF2-40B4-BE49-F238E27FC236}">
                <a16:creationId xmlns:a16="http://schemas.microsoft.com/office/drawing/2014/main" id="{B534AF95-D95A-4F18-B97C-D1C15889D631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231F2E-996F-4C7A-BBD2-7186EA673A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92" y="579121"/>
            <a:ext cx="2103159" cy="15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1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B61E623B-1C81-7E4E-C170-474C5DAC2B58}"/>
              </a:ext>
            </a:extLst>
          </p:cNvPr>
          <p:cNvSpPr txBox="1"/>
          <p:nvPr/>
        </p:nvSpPr>
        <p:spPr>
          <a:xfrm>
            <a:off x="2953216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A00790E-332D-BD0B-47D7-11AA4A60B6CA}"/>
              </a:ext>
            </a:extLst>
          </p:cNvPr>
          <p:cNvSpPr/>
          <p:nvPr/>
        </p:nvSpPr>
        <p:spPr>
          <a:xfrm flipH="1">
            <a:off x="3379936" y="239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7706C051-170A-5ED9-726C-BF07A340D286}"/>
              </a:ext>
            </a:extLst>
          </p:cNvPr>
          <p:cNvSpPr/>
          <p:nvPr/>
        </p:nvSpPr>
        <p:spPr>
          <a:xfrm flipH="1">
            <a:off x="3379936" y="27630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EFA26B24-BB7B-ACC5-4723-6FF561D80EE9}"/>
              </a:ext>
            </a:extLst>
          </p:cNvPr>
          <p:cNvSpPr/>
          <p:nvPr/>
        </p:nvSpPr>
        <p:spPr>
          <a:xfrm flipH="1">
            <a:off x="3379936" y="313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B733BD6B-BE0E-0644-EAAC-777D08C3D7A7}"/>
              </a:ext>
            </a:extLst>
          </p:cNvPr>
          <p:cNvSpPr/>
          <p:nvPr/>
        </p:nvSpPr>
        <p:spPr>
          <a:xfrm flipH="1">
            <a:off x="3379936" y="35123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843807-731B-7704-F3C7-46ED956C1E30}"/>
              </a:ext>
            </a:extLst>
          </p:cNvPr>
          <p:cNvSpPr txBox="1"/>
          <p:nvPr/>
        </p:nvSpPr>
        <p:spPr>
          <a:xfrm>
            <a:off x="2953216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97225-4081-1052-C854-3D19D29C972C}"/>
              </a:ext>
            </a:extLst>
          </p:cNvPr>
          <p:cNvSpPr txBox="1"/>
          <p:nvPr/>
        </p:nvSpPr>
        <p:spPr>
          <a:xfrm>
            <a:off x="2953216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63AE7F-99A4-9255-5DD3-64FEE35EC7C7}"/>
              </a:ext>
            </a:extLst>
          </p:cNvPr>
          <p:cNvSpPr txBox="1"/>
          <p:nvPr/>
        </p:nvSpPr>
        <p:spPr>
          <a:xfrm>
            <a:off x="2952958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2D653E-9DEC-2C7D-25BB-FD8C0133590F}"/>
              </a:ext>
            </a:extLst>
          </p:cNvPr>
          <p:cNvSpPr txBox="1"/>
          <p:nvPr/>
        </p:nvSpPr>
        <p:spPr>
          <a:xfrm>
            <a:off x="2420460" y="242517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17924-D890-1522-EBC1-3297580A93AB}"/>
              </a:ext>
            </a:extLst>
          </p:cNvPr>
          <p:cNvSpPr txBox="1"/>
          <p:nvPr/>
        </p:nvSpPr>
        <p:spPr>
          <a:xfrm>
            <a:off x="2420460" y="28047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9A323B-3412-A036-DEA8-E03EEC4E28A9}"/>
              </a:ext>
            </a:extLst>
          </p:cNvPr>
          <p:cNvSpPr txBox="1"/>
          <p:nvPr/>
        </p:nvSpPr>
        <p:spPr>
          <a:xfrm>
            <a:off x="2420460" y="314526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97C636-4C70-AE1E-CC1A-5109BB3862D6}"/>
              </a:ext>
            </a:extLst>
          </p:cNvPr>
          <p:cNvSpPr txBox="1"/>
          <p:nvPr/>
        </p:nvSpPr>
        <p:spPr>
          <a:xfrm>
            <a:off x="2420202" y="355406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B3A091EC-B4F6-B8F9-8986-4B173E2C719E}"/>
              </a:ext>
            </a:extLst>
          </p:cNvPr>
          <p:cNvSpPr/>
          <p:nvPr/>
        </p:nvSpPr>
        <p:spPr>
          <a:xfrm>
            <a:off x="2306548" y="240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B03D5B17-04EE-1993-1F9E-E3419DFEFC86}"/>
              </a:ext>
            </a:extLst>
          </p:cNvPr>
          <p:cNvSpPr/>
          <p:nvPr/>
        </p:nvSpPr>
        <p:spPr>
          <a:xfrm>
            <a:off x="2306548" y="27633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E1A03603-DE3F-0447-E806-E86C3E52A3D8}"/>
              </a:ext>
            </a:extLst>
          </p:cNvPr>
          <p:cNvSpPr/>
          <p:nvPr/>
        </p:nvSpPr>
        <p:spPr>
          <a:xfrm>
            <a:off x="2306548" y="313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E6F15FC2-3DDD-0F86-1483-EDCCE4727623}"/>
              </a:ext>
            </a:extLst>
          </p:cNvPr>
          <p:cNvSpPr/>
          <p:nvPr/>
        </p:nvSpPr>
        <p:spPr>
          <a:xfrm>
            <a:off x="2306548" y="35126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AEA18E-25B2-EA7A-663E-8887B2743391}"/>
              </a:ext>
            </a:extLst>
          </p:cNvPr>
          <p:cNvSpPr txBox="1"/>
          <p:nvPr/>
        </p:nvSpPr>
        <p:spPr>
          <a:xfrm>
            <a:off x="2987610" y="4311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C8B404E4-C731-23DF-6475-C37D4A088ED7}"/>
              </a:ext>
            </a:extLst>
          </p:cNvPr>
          <p:cNvSpPr/>
          <p:nvPr/>
        </p:nvSpPr>
        <p:spPr>
          <a:xfrm flipH="1">
            <a:off x="3414330" y="428662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9123C578-83C6-590D-26EC-42C85B9AD130}"/>
              </a:ext>
            </a:extLst>
          </p:cNvPr>
          <p:cNvSpPr/>
          <p:nvPr/>
        </p:nvSpPr>
        <p:spPr>
          <a:xfrm flipH="1">
            <a:off x="3414330" y="46498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B0CD9F0C-D763-8A3F-A7D8-0A08A994234B}"/>
              </a:ext>
            </a:extLst>
          </p:cNvPr>
          <p:cNvSpPr/>
          <p:nvPr/>
        </p:nvSpPr>
        <p:spPr>
          <a:xfrm flipH="1">
            <a:off x="3414330" y="50257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FA7AB1C9-BFA9-C9DA-AB3D-6D3379990111}"/>
              </a:ext>
            </a:extLst>
          </p:cNvPr>
          <p:cNvSpPr/>
          <p:nvPr/>
        </p:nvSpPr>
        <p:spPr>
          <a:xfrm flipH="1">
            <a:off x="3414330" y="539914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22B9B1-2AA9-B808-E33B-916E45FC8379}"/>
              </a:ext>
            </a:extLst>
          </p:cNvPr>
          <p:cNvSpPr txBox="1"/>
          <p:nvPr/>
        </p:nvSpPr>
        <p:spPr>
          <a:xfrm>
            <a:off x="2987610" y="46915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51FB31-548E-6B9A-F1D9-1CD46900BEBA}"/>
              </a:ext>
            </a:extLst>
          </p:cNvPr>
          <p:cNvSpPr txBox="1"/>
          <p:nvPr/>
        </p:nvSpPr>
        <p:spPr>
          <a:xfrm>
            <a:off x="2987610" y="503204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F00132-71A3-3B60-1379-2AC3813AF0F3}"/>
              </a:ext>
            </a:extLst>
          </p:cNvPr>
          <p:cNvSpPr txBox="1"/>
          <p:nvPr/>
        </p:nvSpPr>
        <p:spPr>
          <a:xfrm>
            <a:off x="2987352" y="54408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85129B-EF48-C113-344B-70BCA8A2DA4D}"/>
              </a:ext>
            </a:extLst>
          </p:cNvPr>
          <p:cNvSpPr txBox="1"/>
          <p:nvPr/>
        </p:nvSpPr>
        <p:spPr>
          <a:xfrm>
            <a:off x="2454854" y="431195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435A5C-A63F-20D0-B502-4F161BEC5110}"/>
              </a:ext>
            </a:extLst>
          </p:cNvPr>
          <p:cNvSpPr txBox="1"/>
          <p:nvPr/>
        </p:nvSpPr>
        <p:spPr>
          <a:xfrm>
            <a:off x="2454854" y="46915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64F587-A0D3-17CC-B5C2-67D6AF5F5333}"/>
              </a:ext>
            </a:extLst>
          </p:cNvPr>
          <p:cNvSpPr txBox="1"/>
          <p:nvPr/>
        </p:nvSpPr>
        <p:spPr>
          <a:xfrm>
            <a:off x="2454854" y="503204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DE934D-73C4-0356-8E25-32774A67523D}"/>
              </a:ext>
            </a:extLst>
          </p:cNvPr>
          <p:cNvSpPr txBox="1"/>
          <p:nvPr/>
        </p:nvSpPr>
        <p:spPr>
          <a:xfrm>
            <a:off x="2454596" y="544084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FD7AA00D-69F2-E6E7-7853-E20127748CAC}"/>
              </a:ext>
            </a:extLst>
          </p:cNvPr>
          <p:cNvSpPr/>
          <p:nvPr/>
        </p:nvSpPr>
        <p:spPr>
          <a:xfrm>
            <a:off x="2340942" y="428693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BCFF9237-C116-D56D-4A25-E2FE0DF84C51}"/>
              </a:ext>
            </a:extLst>
          </p:cNvPr>
          <p:cNvSpPr/>
          <p:nvPr/>
        </p:nvSpPr>
        <p:spPr>
          <a:xfrm>
            <a:off x="2340942" y="46501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479B8D5C-59EF-5F6F-F04D-60578D6CC333}"/>
              </a:ext>
            </a:extLst>
          </p:cNvPr>
          <p:cNvSpPr/>
          <p:nvPr/>
        </p:nvSpPr>
        <p:spPr>
          <a:xfrm>
            <a:off x="2340942" y="50260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C669E0CC-1BFB-1C0F-EB4D-1BDEA1D06AFA}"/>
              </a:ext>
            </a:extLst>
          </p:cNvPr>
          <p:cNvSpPr/>
          <p:nvPr/>
        </p:nvSpPr>
        <p:spPr>
          <a:xfrm>
            <a:off x="2340942" y="539945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8ED22-EC5C-59E5-DB2A-144A25B3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2" y="2387148"/>
            <a:ext cx="2209800" cy="147828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1E27C99-7015-8577-E8CD-1441DFBE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436" y="2387148"/>
            <a:ext cx="2209800" cy="1478280"/>
          </a:xfrm>
          <a:prstGeom prst="rect">
            <a:avLst/>
          </a:prstGeom>
        </p:spPr>
      </p:pic>
      <p:sp>
        <p:nvSpPr>
          <p:cNvPr id="58" name="TextBox 24">
            <a:extLst>
              <a:ext uri="{FF2B5EF4-FFF2-40B4-BE49-F238E27FC236}">
                <a16:creationId xmlns:a16="http://schemas.microsoft.com/office/drawing/2014/main" id="{0FA3719D-38D0-441B-A2CF-7F96F02A4BC0}"/>
              </a:ext>
            </a:extLst>
          </p:cNvPr>
          <p:cNvSpPr txBox="1"/>
          <p:nvPr/>
        </p:nvSpPr>
        <p:spPr>
          <a:xfrm>
            <a:off x="1412053" y="203553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F90C853A-2AE8-4103-9F94-FB530C028B56}"/>
              </a:ext>
            </a:extLst>
          </p:cNvPr>
          <p:cNvSpPr txBox="1"/>
          <p:nvPr/>
        </p:nvSpPr>
        <p:spPr>
          <a:xfrm>
            <a:off x="1433647" y="377853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63" name="TextBox 24">
            <a:extLst>
              <a:ext uri="{FF2B5EF4-FFF2-40B4-BE49-F238E27FC236}">
                <a16:creationId xmlns:a16="http://schemas.microsoft.com/office/drawing/2014/main" id="{BF017437-D367-4BC1-B91A-A2A1CF1D96FC}"/>
              </a:ext>
            </a:extLst>
          </p:cNvPr>
          <p:cNvSpPr txBox="1"/>
          <p:nvPr/>
        </p:nvSpPr>
        <p:spPr>
          <a:xfrm>
            <a:off x="1448371" y="581055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81" name="TextBox 25">
            <a:extLst>
              <a:ext uri="{FF2B5EF4-FFF2-40B4-BE49-F238E27FC236}">
                <a16:creationId xmlns:a16="http://schemas.microsoft.com/office/drawing/2014/main" id="{DC49DA74-10D4-4522-8D30-075ADAA80376}"/>
              </a:ext>
            </a:extLst>
          </p:cNvPr>
          <p:cNvSpPr txBox="1"/>
          <p:nvPr/>
        </p:nvSpPr>
        <p:spPr>
          <a:xfrm>
            <a:off x="8981814" y="24150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82" name="Right Brace 26">
            <a:extLst>
              <a:ext uri="{FF2B5EF4-FFF2-40B4-BE49-F238E27FC236}">
                <a16:creationId xmlns:a16="http://schemas.microsoft.com/office/drawing/2014/main" id="{3110ADBB-301A-450E-A8F3-F44AAB52673B}"/>
              </a:ext>
            </a:extLst>
          </p:cNvPr>
          <p:cNvSpPr/>
          <p:nvPr/>
        </p:nvSpPr>
        <p:spPr>
          <a:xfrm flipH="1">
            <a:off x="9408534" y="23896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Brace 27">
            <a:extLst>
              <a:ext uri="{FF2B5EF4-FFF2-40B4-BE49-F238E27FC236}">
                <a16:creationId xmlns:a16="http://schemas.microsoft.com/office/drawing/2014/main" id="{148B4207-94AE-4B37-B461-1BAC40A498A7}"/>
              </a:ext>
            </a:extLst>
          </p:cNvPr>
          <p:cNvSpPr/>
          <p:nvPr/>
        </p:nvSpPr>
        <p:spPr>
          <a:xfrm flipH="1">
            <a:off x="9408534" y="27529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ight Brace 28">
            <a:extLst>
              <a:ext uri="{FF2B5EF4-FFF2-40B4-BE49-F238E27FC236}">
                <a16:creationId xmlns:a16="http://schemas.microsoft.com/office/drawing/2014/main" id="{582704B4-A5A7-487B-BEA9-A1B2B8C6DE38}"/>
              </a:ext>
            </a:extLst>
          </p:cNvPr>
          <p:cNvSpPr/>
          <p:nvPr/>
        </p:nvSpPr>
        <p:spPr>
          <a:xfrm flipH="1">
            <a:off x="9408534" y="312882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ight Brace 29">
            <a:extLst>
              <a:ext uri="{FF2B5EF4-FFF2-40B4-BE49-F238E27FC236}">
                <a16:creationId xmlns:a16="http://schemas.microsoft.com/office/drawing/2014/main" id="{1CCC141B-17EF-4A53-95E8-FF69FB3CA673}"/>
              </a:ext>
            </a:extLst>
          </p:cNvPr>
          <p:cNvSpPr/>
          <p:nvPr/>
        </p:nvSpPr>
        <p:spPr>
          <a:xfrm flipH="1">
            <a:off x="9408534" y="35022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30">
            <a:extLst>
              <a:ext uri="{FF2B5EF4-FFF2-40B4-BE49-F238E27FC236}">
                <a16:creationId xmlns:a16="http://schemas.microsoft.com/office/drawing/2014/main" id="{E3B5B74C-150B-455B-ABD5-1556CB3C8FAC}"/>
              </a:ext>
            </a:extLst>
          </p:cNvPr>
          <p:cNvSpPr txBox="1"/>
          <p:nvPr/>
        </p:nvSpPr>
        <p:spPr>
          <a:xfrm>
            <a:off x="8981814" y="27946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87" name="TextBox 31">
            <a:extLst>
              <a:ext uri="{FF2B5EF4-FFF2-40B4-BE49-F238E27FC236}">
                <a16:creationId xmlns:a16="http://schemas.microsoft.com/office/drawing/2014/main" id="{B02E8998-3084-49A6-A7A3-F56F09B132FF}"/>
              </a:ext>
            </a:extLst>
          </p:cNvPr>
          <p:cNvSpPr txBox="1"/>
          <p:nvPr/>
        </p:nvSpPr>
        <p:spPr>
          <a:xfrm>
            <a:off x="8981814" y="313510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CDFE4DD7-C2AE-49E1-B1DF-D19E8DE35644}"/>
              </a:ext>
            </a:extLst>
          </p:cNvPr>
          <p:cNvSpPr txBox="1"/>
          <p:nvPr/>
        </p:nvSpPr>
        <p:spPr>
          <a:xfrm>
            <a:off x="8981556" y="35439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89" name="TextBox 33">
            <a:extLst>
              <a:ext uri="{FF2B5EF4-FFF2-40B4-BE49-F238E27FC236}">
                <a16:creationId xmlns:a16="http://schemas.microsoft.com/office/drawing/2014/main" id="{BC80AC07-8F2A-44A1-81D6-CC41F8B53F30}"/>
              </a:ext>
            </a:extLst>
          </p:cNvPr>
          <p:cNvSpPr txBox="1"/>
          <p:nvPr/>
        </p:nvSpPr>
        <p:spPr>
          <a:xfrm>
            <a:off x="8449058" y="241501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90" name="TextBox 34">
            <a:extLst>
              <a:ext uri="{FF2B5EF4-FFF2-40B4-BE49-F238E27FC236}">
                <a16:creationId xmlns:a16="http://schemas.microsoft.com/office/drawing/2014/main" id="{91D136ED-C0D5-4078-9382-3CE06C468EEA}"/>
              </a:ext>
            </a:extLst>
          </p:cNvPr>
          <p:cNvSpPr txBox="1"/>
          <p:nvPr/>
        </p:nvSpPr>
        <p:spPr>
          <a:xfrm>
            <a:off x="8449058" y="27946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91" name="TextBox 35">
            <a:extLst>
              <a:ext uri="{FF2B5EF4-FFF2-40B4-BE49-F238E27FC236}">
                <a16:creationId xmlns:a16="http://schemas.microsoft.com/office/drawing/2014/main" id="{83D3CC13-9419-44F4-B24C-083FC76CAEFB}"/>
              </a:ext>
            </a:extLst>
          </p:cNvPr>
          <p:cNvSpPr txBox="1"/>
          <p:nvPr/>
        </p:nvSpPr>
        <p:spPr>
          <a:xfrm>
            <a:off x="8449058" y="313510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44ED1F42-D8A3-42B2-8787-FB00358E69E5}"/>
              </a:ext>
            </a:extLst>
          </p:cNvPr>
          <p:cNvSpPr txBox="1"/>
          <p:nvPr/>
        </p:nvSpPr>
        <p:spPr>
          <a:xfrm>
            <a:off x="8448800" y="354390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93" name="Right Brace 37">
            <a:extLst>
              <a:ext uri="{FF2B5EF4-FFF2-40B4-BE49-F238E27FC236}">
                <a16:creationId xmlns:a16="http://schemas.microsoft.com/office/drawing/2014/main" id="{E258033B-49AF-4D2D-B58E-370A43725B57}"/>
              </a:ext>
            </a:extLst>
          </p:cNvPr>
          <p:cNvSpPr/>
          <p:nvPr/>
        </p:nvSpPr>
        <p:spPr>
          <a:xfrm>
            <a:off x="8335146" y="23899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Brace 38">
            <a:extLst>
              <a:ext uri="{FF2B5EF4-FFF2-40B4-BE49-F238E27FC236}">
                <a16:creationId xmlns:a16="http://schemas.microsoft.com/office/drawing/2014/main" id="{E5988484-77BF-466D-AD48-73B24206A9E3}"/>
              </a:ext>
            </a:extLst>
          </p:cNvPr>
          <p:cNvSpPr/>
          <p:nvPr/>
        </p:nvSpPr>
        <p:spPr>
          <a:xfrm>
            <a:off x="8335146" y="27532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Brace 39">
            <a:extLst>
              <a:ext uri="{FF2B5EF4-FFF2-40B4-BE49-F238E27FC236}">
                <a16:creationId xmlns:a16="http://schemas.microsoft.com/office/drawing/2014/main" id="{1CFE1E8F-9682-41F7-9A79-926217BAFA7A}"/>
              </a:ext>
            </a:extLst>
          </p:cNvPr>
          <p:cNvSpPr/>
          <p:nvPr/>
        </p:nvSpPr>
        <p:spPr>
          <a:xfrm>
            <a:off x="8335146" y="312913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ight Brace 40">
            <a:extLst>
              <a:ext uri="{FF2B5EF4-FFF2-40B4-BE49-F238E27FC236}">
                <a16:creationId xmlns:a16="http://schemas.microsoft.com/office/drawing/2014/main" id="{27FBAAC5-89C6-483E-BFA3-D22D2925A65A}"/>
              </a:ext>
            </a:extLst>
          </p:cNvPr>
          <p:cNvSpPr/>
          <p:nvPr/>
        </p:nvSpPr>
        <p:spPr>
          <a:xfrm>
            <a:off x="8335146" y="35025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41">
            <a:extLst>
              <a:ext uri="{FF2B5EF4-FFF2-40B4-BE49-F238E27FC236}">
                <a16:creationId xmlns:a16="http://schemas.microsoft.com/office/drawing/2014/main" id="{224FBCC1-6D42-4C28-8388-B425C5ECAAD6}"/>
              </a:ext>
            </a:extLst>
          </p:cNvPr>
          <p:cNvSpPr txBox="1"/>
          <p:nvPr/>
        </p:nvSpPr>
        <p:spPr>
          <a:xfrm>
            <a:off x="9016208" y="430179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98" name="Right Brace 42">
            <a:extLst>
              <a:ext uri="{FF2B5EF4-FFF2-40B4-BE49-F238E27FC236}">
                <a16:creationId xmlns:a16="http://schemas.microsoft.com/office/drawing/2014/main" id="{6B285013-0642-46CC-A052-B324BBEFE7DD}"/>
              </a:ext>
            </a:extLst>
          </p:cNvPr>
          <p:cNvSpPr/>
          <p:nvPr/>
        </p:nvSpPr>
        <p:spPr>
          <a:xfrm flipH="1">
            <a:off x="9442928" y="427646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ight Brace 43">
            <a:extLst>
              <a:ext uri="{FF2B5EF4-FFF2-40B4-BE49-F238E27FC236}">
                <a16:creationId xmlns:a16="http://schemas.microsoft.com/office/drawing/2014/main" id="{1688D452-1089-4F31-B88E-E41DCFAF60C1}"/>
              </a:ext>
            </a:extLst>
          </p:cNvPr>
          <p:cNvSpPr/>
          <p:nvPr/>
        </p:nvSpPr>
        <p:spPr>
          <a:xfrm flipH="1">
            <a:off x="9442928" y="46396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Brace 44">
            <a:extLst>
              <a:ext uri="{FF2B5EF4-FFF2-40B4-BE49-F238E27FC236}">
                <a16:creationId xmlns:a16="http://schemas.microsoft.com/office/drawing/2014/main" id="{36C79C99-87A5-4763-8743-DDE1B9185692}"/>
              </a:ext>
            </a:extLst>
          </p:cNvPr>
          <p:cNvSpPr/>
          <p:nvPr/>
        </p:nvSpPr>
        <p:spPr>
          <a:xfrm flipH="1">
            <a:off x="9442928" y="501560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Brace 45">
            <a:extLst>
              <a:ext uri="{FF2B5EF4-FFF2-40B4-BE49-F238E27FC236}">
                <a16:creationId xmlns:a16="http://schemas.microsoft.com/office/drawing/2014/main" id="{D2CAF6C0-3D7A-449F-8E26-1EC691221B94}"/>
              </a:ext>
            </a:extLst>
          </p:cNvPr>
          <p:cNvSpPr/>
          <p:nvPr/>
        </p:nvSpPr>
        <p:spPr>
          <a:xfrm flipH="1">
            <a:off x="9442928" y="5388988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46">
            <a:extLst>
              <a:ext uri="{FF2B5EF4-FFF2-40B4-BE49-F238E27FC236}">
                <a16:creationId xmlns:a16="http://schemas.microsoft.com/office/drawing/2014/main" id="{B788F0B9-3DBF-41F7-BB1A-ADF3D2CF7408}"/>
              </a:ext>
            </a:extLst>
          </p:cNvPr>
          <p:cNvSpPr txBox="1"/>
          <p:nvPr/>
        </p:nvSpPr>
        <p:spPr>
          <a:xfrm>
            <a:off x="9016208" y="46813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03" name="TextBox 47">
            <a:extLst>
              <a:ext uri="{FF2B5EF4-FFF2-40B4-BE49-F238E27FC236}">
                <a16:creationId xmlns:a16="http://schemas.microsoft.com/office/drawing/2014/main" id="{91915300-D7DE-447D-8E63-3A2AE24A1D40}"/>
              </a:ext>
            </a:extLst>
          </p:cNvPr>
          <p:cNvSpPr txBox="1"/>
          <p:nvPr/>
        </p:nvSpPr>
        <p:spPr>
          <a:xfrm>
            <a:off x="9016208" y="502188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04" name="TextBox 48">
            <a:extLst>
              <a:ext uri="{FF2B5EF4-FFF2-40B4-BE49-F238E27FC236}">
                <a16:creationId xmlns:a16="http://schemas.microsoft.com/office/drawing/2014/main" id="{CB3DA596-9DF0-458B-B67E-14891677C4B9}"/>
              </a:ext>
            </a:extLst>
          </p:cNvPr>
          <p:cNvSpPr txBox="1"/>
          <p:nvPr/>
        </p:nvSpPr>
        <p:spPr>
          <a:xfrm>
            <a:off x="9015950" y="54306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05" name="TextBox 49">
            <a:extLst>
              <a:ext uri="{FF2B5EF4-FFF2-40B4-BE49-F238E27FC236}">
                <a16:creationId xmlns:a16="http://schemas.microsoft.com/office/drawing/2014/main" id="{75520837-8649-46B5-8308-05329D6AB8B2}"/>
              </a:ext>
            </a:extLst>
          </p:cNvPr>
          <p:cNvSpPr txBox="1"/>
          <p:nvPr/>
        </p:nvSpPr>
        <p:spPr>
          <a:xfrm>
            <a:off x="8483452" y="430179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06" name="TextBox 50">
            <a:extLst>
              <a:ext uri="{FF2B5EF4-FFF2-40B4-BE49-F238E27FC236}">
                <a16:creationId xmlns:a16="http://schemas.microsoft.com/office/drawing/2014/main" id="{09520EDA-648C-4480-A071-968ABF9CF1F7}"/>
              </a:ext>
            </a:extLst>
          </p:cNvPr>
          <p:cNvSpPr txBox="1"/>
          <p:nvPr/>
        </p:nvSpPr>
        <p:spPr>
          <a:xfrm>
            <a:off x="8483452" y="46813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C1989F92-EF87-4BBA-A95E-F779FAC7243B}"/>
              </a:ext>
            </a:extLst>
          </p:cNvPr>
          <p:cNvSpPr txBox="1"/>
          <p:nvPr/>
        </p:nvSpPr>
        <p:spPr>
          <a:xfrm>
            <a:off x="8483452" y="5021885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08" name="TextBox 52">
            <a:extLst>
              <a:ext uri="{FF2B5EF4-FFF2-40B4-BE49-F238E27FC236}">
                <a16:creationId xmlns:a16="http://schemas.microsoft.com/office/drawing/2014/main" id="{5A4D5A30-1AF7-4BA3-8823-9E640725004E}"/>
              </a:ext>
            </a:extLst>
          </p:cNvPr>
          <p:cNvSpPr txBox="1"/>
          <p:nvPr/>
        </p:nvSpPr>
        <p:spPr>
          <a:xfrm>
            <a:off x="8483194" y="5430687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09" name="Right Brace 53">
            <a:extLst>
              <a:ext uri="{FF2B5EF4-FFF2-40B4-BE49-F238E27FC236}">
                <a16:creationId xmlns:a16="http://schemas.microsoft.com/office/drawing/2014/main" id="{17D507B4-AFDE-47A4-929F-9966983134CB}"/>
              </a:ext>
            </a:extLst>
          </p:cNvPr>
          <p:cNvSpPr/>
          <p:nvPr/>
        </p:nvSpPr>
        <p:spPr>
          <a:xfrm>
            <a:off x="8369540" y="427677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ight Brace 54">
            <a:extLst>
              <a:ext uri="{FF2B5EF4-FFF2-40B4-BE49-F238E27FC236}">
                <a16:creationId xmlns:a16="http://schemas.microsoft.com/office/drawing/2014/main" id="{81C2B51F-824C-4165-AEA7-B790BD0B208C}"/>
              </a:ext>
            </a:extLst>
          </p:cNvPr>
          <p:cNvSpPr/>
          <p:nvPr/>
        </p:nvSpPr>
        <p:spPr>
          <a:xfrm>
            <a:off x="8369540" y="46399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Brace 55">
            <a:extLst>
              <a:ext uri="{FF2B5EF4-FFF2-40B4-BE49-F238E27FC236}">
                <a16:creationId xmlns:a16="http://schemas.microsoft.com/office/drawing/2014/main" id="{7F6371F1-CC8D-4E8D-BD75-7C6C7E8BBFD8}"/>
              </a:ext>
            </a:extLst>
          </p:cNvPr>
          <p:cNvSpPr/>
          <p:nvPr/>
        </p:nvSpPr>
        <p:spPr>
          <a:xfrm>
            <a:off x="8369540" y="501591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ight Brace 56">
            <a:extLst>
              <a:ext uri="{FF2B5EF4-FFF2-40B4-BE49-F238E27FC236}">
                <a16:creationId xmlns:a16="http://schemas.microsoft.com/office/drawing/2014/main" id="{59ABBF9F-A74C-4921-9EBC-E0D1EE1086B5}"/>
              </a:ext>
            </a:extLst>
          </p:cNvPr>
          <p:cNvSpPr/>
          <p:nvPr/>
        </p:nvSpPr>
        <p:spPr>
          <a:xfrm>
            <a:off x="8369540" y="5389297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">
            <a:extLst>
              <a:ext uri="{FF2B5EF4-FFF2-40B4-BE49-F238E27FC236}">
                <a16:creationId xmlns:a16="http://schemas.microsoft.com/office/drawing/2014/main" id="{4192FE73-2856-4558-A7C9-B9F1A5DC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830" y="2376988"/>
            <a:ext cx="2209800" cy="1478280"/>
          </a:xfrm>
          <a:prstGeom prst="rect">
            <a:avLst/>
          </a:prstGeom>
        </p:spPr>
      </p:pic>
      <p:pic>
        <p:nvPicPr>
          <p:cNvPr id="116" name="Picture 58">
            <a:extLst>
              <a:ext uri="{FF2B5EF4-FFF2-40B4-BE49-F238E27FC236}">
                <a16:creationId xmlns:a16="http://schemas.microsoft.com/office/drawing/2014/main" id="{211BBF11-6A85-473F-9629-08FBB88D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034" y="2376988"/>
            <a:ext cx="2209800" cy="1478280"/>
          </a:xfrm>
          <a:prstGeom prst="rect">
            <a:avLst/>
          </a:prstGeom>
        </p:spPr>
      </p:pic>
      <p:sp>
        <p:nvSpPr>
          <p:cNvPr id="119" name="TextBox 24">
            <a:extLst>
              <a:ext uri="{FF2B5EF4-FFF2-40B4-BE49-F238E27FC236}">
                <a16:creationId xmlns:a16="http://schemas.microsoft.com/office/drawing/2014/main" id="{AFC18AEA-7596-4B4D-B8FD-7FC307FEB434}"/>
              </a:ext>
            </a:extLst>
          </p:cNvPr>
          <p:cNvSpPr txBox="1"/>
          <p:nvPr/>
        </p:nvSpPr>
        <p:spPr>
          <a:xfrm>
            <a:off x="7440651" y="202537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06</a:t>
            </a:r>
            <a:endParaRPr lang="en-US" sz="1200" noProof="0" dirty="0"/>
          </a:p>
        </p:txBody>
      </p:sp>
      <p:sp>
        <p:nvSpPr>
          <p:cNvPr id="120" name="TextBox 24">
            <a:extLst>
              <a:ext uri="{FF2B5EF4-FFF2-40B4-BE49-F238E27FC236}">
                <a16:creationId xmlns:a16="http://schemas.microsoft.com/office/drawing/2014/main" id="{FEEADB8B-D442-4C52-A1E4-D22F70CBD36D}"/>
              </a:ext>
            </a:extLst>
          </p:cNvPr>
          <p:cNvSpPr txBox="1"/>
          <p:nvPr/>
        </p:nvSpPr>
        <p:spPr>
          <a:xfrm>
            <a:off x="7440651" y="377853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01</a:t>
            </a:r>
            <a:endParaRPr lang="en-US" sz="1200" noProof="0" dirty="0"/>
          </a:p>
        </p:txBody>
      </p:sp>
      <p:sp>
        <p:nvSpPr>
          <p:cNvPr id="121" name="TextBox 24">
            <a:extLst>
              <a:ext uri="{FF2B5EF4-FFF2-40B4-BE49-F238E27FC236}">
                <a16:creationId xmlns:a16="http://schemas.microsoft.com/office/drawing/2014/main" id="{A02FB6D3-270F-4F73-95BF-2E99F7AB53FA}"/>
              </a:ext>
            </a:extLst>
          </p:cNvPr>
          <p:cNvSpPr txBox="1"/>
          <p:nvPr/>
        </p:nvSpPr>
        <p:spPr>
          <a:xfrm>
            <a:off x="7476969" y="5800398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Protoboard 008</a:t>
            </a:r>
            <a:endParaRPr lang="en-US" sz="1200" noProof="0" dirty="0"/>
          </a:p>
        </p:txBody>
      </p:sp>
      <p:sp>
        <p:nvSpPr>
          <p:cNvPr id="122" name="TextBox 76">
            <a:extLst>
              <a:ext uri="{FF2B5EF4-FFF2-40B4-BE49-F238E27FC236}">
                <a16:creationId xmlns:a16="http://schemas.microsoft.com/office/drawing/2014/main" id="{ED67386C-56E9-4460-8D7C-B65B721E4597}"/>
              </a:ext>
            </a:extLst>
          </p:cNvPr>
          <p:cNvSpPr txBox="1"/>
          <p:nvPr/>
        </p:nvSpPr>
        <p:spPr>
          <a:xfrm>
            <a:off x="3021256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23" name="Right Brace 77">
            <a:extLst>
              <a:ext uri="{FF2B5EF4-FFF2-40B4-BE49-F238E27FC236}">
                <a16:creationId xmlns:a16="http://schemas.microsoft.com/office/drawing/2014/main" id="{C9EDF099-BAD5-4527-AE15-E75F8D832553}"/>
              </a:ext>
            </a:extLst>
          </p:cNvPr>
          <p:cNvSpPr/>
          <p:nvPr/>
        </p:nvSpPr>
        <p:spPr>
          <a:xfrm flipH="1">
            <a:off x="3447976" y="6047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ight Brace 78">
            <a:extLst>
              <a:ext uri="{FF2B5EF4-FFF2-40B4-BE49-F238E27FC236}">
                <a16:creationId xmlns:a16="http://schemas.microsoft.com/office/drawing/2014/main" id="{985B265A-471D-45F3-9E32-FF3BAC0324A1}"/>
              </a:ext>
            </a:extLst>
          </p:cNvPr>
          <p:cNvSpPr/>
          <p:nvPr/>
        </p:nvSpPr>
        <p:spPr>
          <a:xfrm flipH="1">
            <a:off x="3447976" y="9679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Brace 79">
            <a:extLst>
              <a:ext uri="{FF2B5EF4-FFF2-40B4-BE49-F238E27FC236}">
                <a16:creationId xmlns:a16="http://schemas.microsoft.com/office/drawing/2014/main" id="{25E62755-32C9-4436-865F-78100F517B5A}"/>
              </a:ext>
            </a:extLst>
          </p:cNvPr>
          <p:cNvSpPr/>
          <p:nvPr/>
        </p:nvSpPr>
        <p:spPr>
          <a:xfrm flipH="1">
            <a:off x="3447976" y="13439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Brace 80">
            <a:extLst>
              <a:ext uri="{FF2B5EF4-FFF2-40B4-BE49-F238E27FC236}">
                <a16:creationId xmlns:a16="http://schemas.microsoft.com/office/drawing/2014/main" id="{E4D56400-1FEA-4D4C-880F-C4BEE28A9CEC}"/>
              </a:ext>
            </a:extLst>
          </p:cNvPr>
          <p:cNvSpPr/>
          <p:nvPr/>
        </p:nvSpPr>
        <p:spPr>
          <a:xfrm flipH="1">
            <a:off x="3447976" y="1717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81">
            <a:extLst>
              <a:ext uri="{FF2B5EF4-FFF2-40B4-BE49-F238E27FC236}">
                <a16:creationId xmlns:a16="http://schemas.microsoft.com/office/drawing/2014/main" id="{D67F20EC-49C3-487F-8B07-FE5B0985E4B5}"/>
              </a:ext>
            </a:extLst>
          </p:cNvPr>
          <p:cNvSpPr txBox="1"/>
          <p:nvPr/>
        </p:nvSpPr>
        <p:spPr>
          <a:xfrm>
            <a:off x="3021256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28" name="TextBox 82">
            <a:extLst>
              <a:ext uri="{FF2B5EF4-FFF2-40B4-BE49-F238E27FC236}">
                <a16:creationId xmlns:a16="http://schemas.microsoft.com/office/drawing/2014/main" id="{B6F92494-5B82-462F-8954-927DFBD934BE}"/>
              </a:ext>
            </a:extLst>
          </p:cNvPr>
          <p:cNvSpPr txBox="1"/>
          <p:nvPr/>
        </p:nvSpPr>
        <p:spPr>
          <a:xfrm>
            <a:off x="3021256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29" name="TextBox 83">
            <a:extLst>
              <a:ext uri="{FF2B5EF4-FFF2-40B4-BE49-F238E27FC236}">
                <a16:creationId xmlns:a16="http://schemas.microsoft.com/office/drawing/2014/main" id="{00390B3A-F21E-43EF-8282-646C7769FD51}"/>
              </a:ext>
            </a:extLst>
          </p:cNvPr>
          <p:cNvSpPr txBox="1"/>
          <p:nvPr/>
        </p:nvSpPr>
        <p:spPr>
          <a:xfrm>
            <a:off x="3020998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30" name="TextBox 91">
            <a:extLst>
              <a:ext uri="{FF2B5EF4-FFF2-40B4-BE49-F238E27FC236}">
                <a16:creationId xmlns:a16="http://schemas.microsoft.com/office/drawing/2014/main" id="{E93F4D8E-36A7-4B52-AAF2-04D3E41516D2}"/>
              </a:ext>
            </a:extLst>
          </p:cNvPr>
          <p:cNvSpPr txBox="1"/>
          <p:nvPr/>
        </p:nvSpPr>
        <p:spPr>
          <a:xfrm>
            <a:off x="2494718" y="6301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31" name="TextBox 96">
            <a:extLst>
              <a:ext uri="{FF2B5EF4-FFF2-40B4-BE49-F238E27FC236}">
                <a16:creationId xmlns:a16="http://schemas.microsoft.com/office/drawing/2014/main" id="{DEBD4508-651F-46CA-9273-2AF5B07FE6D2}"/>
              </a:ext>
            </a:extLst>
          </p:cNvPr>
          <p:cNvSpPr txBox="1"/>
          <p:nvPr/>
        </p:nvSpPr>
        <p:spPr>
          <a:xfrm>
            <a:off x="2494718" y="10096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32" name="TextBox 97">
            <a:extLst>
              <a:ext uri="{FF2B5EF4-FFF2-40B4-BE49-F238E27FC236}">
                <a16:creationId xmlns:a16="http://schemas.microsoft.com/office/drawing/2014/main" id="{56827AAE-D628-4797-9FA0-A115A2A4C366}"/>
              </a:ext>
            </a:extLst>
          </p:cNvPr>
          <p:cNvSpPr txBox="1"/>
          <p:nvPr/>
        </p:nvSpPr>
        <p:spPr>
          <a:xfrm>
            <a:off x="2494718" y="13501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33" name="TextBox 98">
            <a:extLst>
              <a:ext uri="{FF2B5EF4-FFF2-40B4-BE49-F238E27FC236}">
                <a16:creationId xmlns:a16="http://schemas.microsoft.com/office/drawing/2014/main" id="{6BFE229C-50CD-42E0-B8D2-85F704A2DE11}"/>
              </a:ext>
            </a:extLst>
          </p:cNvPr>
          <p:cNvSpPr txBox="1"/>
          <p:nvPr/>
        </p:nvSpPr>
        <p:spPr>
          <a:xfrm>
            <a:off x="2494460" y="1758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34" name="Right Brace 99">
            <a:extLst>
              <a:ext uri="{FF2B5EF4-FFF2-40B4-BE49-F238E27FC236}">
                <a16:creationId xmlns:a16="http://schemas.microsoft.com/office/drawing/2014/main" id="{99E94C29-6066-4BF4-AFF1-A01A0A9D02AE}"/>
              </a:ext>
            </a:extLst>
          </p:cNvPr>
          <p:cNvSpPr/>
          <p:nvPr/>
        </p:nvSpPr>
        <p:spPr>
          <a:xfrm>
            <a:off x="2374588" y="6050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Brace 100">
            <a:extLst>
              <a:ext uri="{FF2B5EF4-FFF2-40B4-BE49-F238E27FC236}">
                <a16:creationId xmlns:a16="http://schemas.microsoft.com/office/drawing/2014/main" id="{824260FA-1EDA-4F0A-8F32-28F693F894DD}"/>
              </a:ext>
            </a:extLst>
          </p:cNvPr>
          <p:cNvSpPr/>
          <p:nvPr/>
        </p:nvSpPr>
        <p:spPr>
          <a:xfrm>
            <a:off x="2374588" y="9683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Brace 101">
            <a:extLst>
              <a:ext uri="{FF2B5EF4-FFF2-40B4-BE49-F238E27FC236}">
                <a16:creationId xmlns:a16="http://schemas.microsoft.com/office/drawing/2014/main" id="{B8635718-7387-4214-88D3-A9CA85B85218}"/>
              </a:ext>
            </a:extLst>
          </p:cNvPr>
          <p:cNvSpPr/>
          <p:nvPr/>
        </p:nvSpPr>
        <p:spPr>
          <a:xfrm>
            <a:off x="2374588" y="13442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Brace 102">
            <a:extLst>
              <a:ext uri="{FF2B5EF4-FFF2-40B4-BE49-F238E27FC236}">
                <a16:creationId xmlns:a16="http://schemas.microsoft.com/office/drawing/2014/main" id="{B51E7ACF-6296-480F-9322-0FA86EB8B5CF}"/>
              </a:ext>
            </a:extLst>
          </p:cNvPr>
          <p:cNvSpPr/>
          <p:nvPr/>
        </p:nvSpPr>
        <p:spPr>
          <a:xfrm>
            <a:off x="2374588" y="1717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76">
            <a:extLst>
              <a:ext uri="{FF2B5EF4-FFF2-40B4-BE49-F238E27FC236}">
                <a16:creationId xmlns:a16="http://schemas.microsoft.com/office/drawing/2014/main" id="{1D066AB2-46E0-44E9-8EFC-3156FA53DA57}"/>
              </a:ext>
            </a:extLst>
          </p:cNvPr>
          <p:cNvSpPr txBox="1"/>
          <p:nvPr/>
        </p:nvSpPr>
        <p:spPr>
          <a:xfrm>
            <a:off x="9098330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A:1</a:t>
            </a:r>
          </a:p>
        </p:txBody>
      </p:sp>
      <p:sp>
        <p:nvSpPr>
          <p:cNvPr id="139" name="Right Brace 77">
            <a:extLst>
              <a:ext uri="{FF2B5EF4-FFF2-40B4-BE49-F238E27FC236}">
                <a16:creationId xmlns:a16="http://schemas.microsoft.com/office/drawing/2014/main" id="{11AE51B5-38C8-456F-A626-3B1E0F516F89}"/>
              </a:ext>
            </a:extLst>
          </p:cNvPr>
          <p:cNvSpPr/>
          <p:nvPr/>
        </p:nvSpPr>
        <p:spPr>
          <a:xfrm flipH="1">
            <a:off x="9525050" y="59207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Brace 78">
            <a:extLst>
              <a:ext uri="{FF2B5EF4-FFF2-40B4-BE49-F238E27FC236}">
                <a16:creationId xmlns:a16="http://schemas.microsoft.com/office/drawing/2014/main" id="{BC89D99A-6C90-4E4D-A147-6E3372DCE043}"/>
              </a:ext>
            </a:extLst>
          </p:cNvPr>
          <p:cNvSpPr/>
          <p:nvPr/>
        </p:nvSpPr>
        <p:spPr>
          <a:xfrm flipH="1">
            <a:off x="9525050" y="9552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ight Brace 79">
            <a:extLst>
              <a:ext uri="{FF2B5EF4-FFF2-40B4-BE49-F238E27FC236}">
                <a16:creationId xmlns:a16="http://schemas.microsoft.com/office/drawing/2014/main" id="{25EF7065-4944-42B9-B463-92607DA2E14E}"/>
              </a:ext>
            </a:extLst>
          </p:cNvPr>
          <p:cNvSpPr/>
          <p:nvPr/>
        </p:nvSpPr>
        <p:spPr>
          <a:xfrm flipH="1">
            <a:off x="9525050" y="133121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ight Brace 80">
            <a:extLst>
              <a:ext uri="{FF2B5EF4-FFF2-40B4-BE49-F238E27FC236}">
                <a16:creationId xmlns:a16="http://schemas.microsoft.com/office/drawing/2014/main" id="{9C7CC3A0-721C-41C5-A1C5-8E6352A63CFF}"/>
              </a:ext>
            </a:extLst>
          </p:cNvPr>
          <p:cNvSpPr/>
          <p:nvPr/>
        </p:nvSpPr>
        <p:spPr>
          <a:xfrm flipH="1">
            <a:off x="9525050" y="1704595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81">
            <a:extLst>
              <a:ext uri="{FF2B5EF4-FFF2-40B4-BE49-F238E27FC236}">
                <a16:creationId xmlns:a16="http://schemas.microsoft.com/office/drawing/2014/main" id="{1E936180-C899-49A6-BC91-461B083A3EAF}"/>
              </a:ext>
            </a:extLst>
          </p:cNvPr>
          <p:cNvSpPr txBox="1"/>
          <p:nvPr/>
        </p:nvSpPr>
        <p:spPr>
          <a:xfrm>
            <a:off x="9098330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</a:t>
            </a:r>
            <a:r>
              <a:rPr lang="es-US" sz="1200" dirty="0"/>
              <a:t>1</a:t>
            </a:r>
          </a:p>
        </p:txBody>
      </p:sp>
      <p:sp>
        <p:nvSpPr>
          <p:cNvPr id="144" name="TextBox 82">
            <a:extLst>
              <a:ext uri="{FF2B5EF4-FFF2-40B4-BE49-F238E27FC236}">
                <a16:creationId xmlns:a16="http://schemas.microsoft.com/office/drawing/2014/main" id="{66DB6B33-3A54-474B-987C-EF82ABDDC9A8}"/>
              </a:ext>
            </a:extLst>
          </p:cNvPr>
          <p:cNvSpPr txBox="1"/>
          <p:nvPr/>
        </p:nvSpPr>
        <p:spPr>
          <a:xfrm>
            <a:off x="9098330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5" name="TextBox 83">
            <a:extLst>
              <a:ext uri="{FF2B5EF4-FFF2-40B4-BE49-F238E27FC236}">
                <a16:creationId xmlns:a16="http://schemas.microsoft.com/office/drawing/2014/main" id="{C4DB0607-F055-43E6-89FA-0A326A13F156}"/>
              </a:ext>
            </a:extLst>
          </p:cNvPr>
          <p:cNvSpPr txBox="1"/>
          <p:nvPr/>
        </p:nvSpPr>
        <p:spPr>
          <a:xfrm>
            <a:off x="9098072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</a:t>
            </a:r>
            <a:r>
              <a:rPr lang="es-US" sz="1200" dirty="0"/>
              <a:t>1</a:t>
            </a:r>
            <a:endParaRPr lang="en-US" sz="1200" noProof="0" dirty="0"/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C2D4B5E5-BD66-4996-A41F-15756E6F754D}"/>
              </a:ext>
            </a:extLst>
          </p:cNvPr>
          <p:cNvSpPr txBox="1"/>
          <p:nvPr/>
        </p:nvSpPr>
        <p:spPr>
          <a:xfrm>
            <a:off x="8565572" y="61740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A:0</a:t>
            </a:r>
          </a:p>
        </p:txBody>
      </p:sp>
      <p:sp>
        <p:nvSpPr>
          <p:cNvPr id="147" name="TextBox 96">
            <a:extLst>
              <a:ext uri="{FF2B5EF4-FFF2-40B4-BE49-F238E27FC236}">
                <a16:creationId xmlns:a16="http://schemas.microsoft.com/office/drawing/2014/main" id="{08B863BF-0DFE-477F-A32C-53E9DC2BCF9B}"/>
              </a:ext>
            </a:extLst>
          </p:cNvPr>
          <p:cNvSpPr txBox="1"/>
          <p:nvPr/>
        </p:nvSpPr>
        <p:spPr>
          <a:xfrm>
            <a:off x="8565572" y="9969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B:0</a:t>
            </a:r>
            <a:endParaRPr lang="en-US" sz="1200" noProof="0" dirty="0"/>
          </a:p>
        </p:txBody>
      </p:sp>
      <p:sp>
        <p:nvSpPr>
          <p:cNvPr id="148" name="TextBox 97">
            <a:extLst>
              <a:ext uri="{FF2B5EF4-FFF2-40B4-BE49-F238E27FC236}">
                <a16:creationId xmlns:a16="http://schemas.microsoft.com/office/drawing/2014/main" id="{EB1EB084-1E77-4376-ACEF-E3FF464EDC7A}"/>
              </a:ext>
            </a:extLst>
          </p:cNvPr>
          <p:cNvSpPr txBox="1"/>
          <p:nvPr/>
        </p:nvSpPr>
        <p:spPr>
          <a:xfrm>
            <a:off x="8565572" y="1337492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dirty="0"/>
              <a:t>D</a:t>
            </a:r>
            <a:r>
              <a:rPr lang="es-US" sz="1200" noProof="0" dirty="0"/>
              <a:t>:0</a:t>
            </a:r>
            <a:endParaRPr lang="en-US" sz="1200" noProof="0" dirty="0"/>
          </a:p>
        </p:txBody>
      </p:sp>
      <p:sp>
        <p:nvSpPr>
          <p:cNvPr id="149" name="TextBox 98">
            <a:extLst>
              <a:ext uri="{FF2B5EF4-FFF2-40B4-BE49-F238E27FC236}">
                <a16:creationId xmlns:a16="http://schemas.microsoft.com/office/drawing/2014/main" id="{B80DCD72-4781-4F11-8A3C-EE63FDDAD550}"/>
              </a:ext>
            </a:extLst>
          </p:cNvPr>
          <p:cNvSpPr txBox="1"/>
          <p:nvPr/>
        </p:nvSpPr>
        <p:spPr>
          <a:xfrm>
            <a:off x="8565314" y="1746294"/>
            <a:ext cx="52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" noProof="0" dirty="0"/>
              <a:t>C:0</a:t>
            </a:r>
            <a:endParaRPr lang="en-US" sz="1200" noProof="0" dirty="0"/>
          </a:p>
        </p:txBody>
      </p:sp>
      <p:sp>
        <p:nvSpPr>
          <p:cNvPr id="150" name="Right Brace 99">
            <a:extLst>
              <a:ext uri="{FF2B5EF4-FFF2-40B4-BE49-F238E27FC236}">
                <a16:creationId xmlns:a16="http://schemas.microsoft.com/office/drawing/2014/main" id="{E80397DC-26BE-4879-BBA7-FD7C06F278E2}"/>
              </a:ext>
            </a:extLst>
          </p:cNvPr>
          <p:cNvSpPr/>
          <p:nvPr/>
        </p:nvSpPr>
        <p:spPr>
          <a:xfrm>
            <a:off x="8451662" y="59238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ight Brace 100">
            <a:extLst>
              <a:ext uri="{FF2B5EF4-FFF2-40B4-BE49-F238E27FC236}">
                <a16:creationId xmlns:a16="http://schemas.microsoft.com/office/drawing/2014/main" id="{CD5B270B-7DF6-48FB-A9D5-8A3FEE244522}"/>
              </a:ext>
            </a:extLst>
          </p:cNvPr>
          <p:cNvSpPr/>
          <p:nvPr/>
        </p:nvSpPr>
        <p:spPr>
          <a:xfrm>
            <a:off x="8451662" y="9556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ight Brace 101">
            <a:extLst>
              <a:ext uri="{FF2B5EF4-FFF2-40B4-BE49-F238E27FC236}">
                <a16:creationId xmlns:a16="http://schemas.microsoft.com/office/drawing/2014/main" id="{D1F8634E-D387-4891-8CAD-8D782A78E8CA}"/>
              </a:ext>
            </a:extLst>
          </p:cNvPr>
          <p:cNvSpPr/>
          <p:nvPr/>
        </p:nvSpPr>
        <p:spPr>
          <a:xfrm>
            <a:off x="8451662" y="133152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e 102">
            <a:extLst>
              <a:ext uri="{FF2B5EF4-FFF2-40B4-BE49-F238E27FC236}">
                <a16:creationId xmlns:a16="http://schemas.microsoft.com/office/drawing/2014/main" id="{257DEB38-03D3-46DE-91CD-4DEBB7EA68F7}"/>
              </a:ext>
            </a:extLst>
          </p:cNvPr>
          <p:cNvSpPr/>
          <p:nvPr/>
        </p:nvSpPr>
        <p:spPr>
          <a:xfrm>
            <a:off x="8451662" y="1704904"/>
            <a:ext cx="190500" cy="3632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4" name="Image 153">
            <a:extLst>
              <a:ext uri="{FF2B5EF4-FFF2-40B4-BE49-F238E27FC236}">
                <a16:creationId xmlns:a16="http://schemas.microsoft.com/office/drawing/2014/main" id="{02DB43DC-CE09-450F-BC97-99A2D405B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36" y="585941"/>
            <a:ext cx="2089355" cy="1503474"/>
          </a:xfrm>
          <a:prstGeom prst="rect">
            <a:avLst/>
          </a:prstGeom>
        </p:spPr>
      </p:pic>
      <p:pic>
        <p:nvPicPr>
          <p:cNvPr id="155" name="Image 154">
            <a:extLst>
              <a:ext uri="{FF2B5EF4-FFF2-40B4-BE49-F238E27FC236}">
                <a16:creationId xmlns:a16="http://schemas.microsoft.com/office/drawing/2014/main" id="{BFEE83FD-BC3F-4880-9650-76E7D6CEE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264" y="592075"/>
            <a:ext cx="2080829" cy="1497339"/>
          </a:xfrm>
          <a:prstGeom prst="rect">
            <a:avLst/>
          </a:prstGeom>
        </p:spPr>
      </p:pic>
      <p:pic>
        <p:nvPicPr>
          <p:cNvPr id="156" name="Image 155">
            <a:extLst>
              <a:ext uri="{FF2B5EF4-FFF2-40B4-BE49-F238E27FC236}">
                <a16:creationId xmlns:a16="http://schemas.microsoft.com/office/drawing/2014/main" id="{9494CF82-3B08-435E-804A-0D1DDFE79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64" y="572317"/>
            <a:ext cx="2090810" cy="1505727"/>
          </a:xfrm>
          <a:prstGeom prst="rect">
            <a:avLst/>
          </a:prstGeom>
        </p:spPr>
      </p:pic>
      <p:pic>
        <p:nvPicPr>
          <p:cNvPr id="157" name="Image 156">
            <a:extLst>
              <a:ext uri="{FF2B5EF4-FFF2-40B4-BE49-F238E27FC236}">
                <a16:creationId xmlns:a16="http://schemas.microsoft.com/office/drawing/2014/main" id="{E4056258-1180-40BC-A051-3BF8C709B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162" y="572317"/>
            <a:ext cx="2090811" cy="1497124"/>
          </a:xfrm>
          <a:prstGeom prst="rect">
            <a:avLst/>
          </a:prstGeom>
        </p:spPr>
      </p:pic>
      <p:sp>
        <p:nvSpPr>
          <p:cNvPr id="158" name="TextBox 24">
            <a:extLst>
              <a:ext uri="{FF2B5EF4-FFF2-40B4-BE49-F238E27FC236}">
                <a16:creationId xmlns:a16="http://schemas.microsoft.com/office/drawing/2014/main" id="{BB88027C-AA9D-4C12-852D-53AC84EB533F}"/>
              </a:ext>
            </a:extLst>
          </p:cNvPr>
          <p:cNvSpPr txBox="1"/>
          <p:nvPr/>
        </p:nvSpPr>
        <p:spPr>
          <a:xfrm>
            <a:off x="1518455" y="278074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Modifications)</a:t>
            </a:r>
          </a:p>
        </p:txBody>
      </p:sp>
      <p:sp>
        <p:nvSpPr>
          <p:cNvPr id="159" name="TextBox 24">
            <a:extLst>
              <a:ext uri="{FF2B5EF4-FFF2-40B4-BE49-F238E27FC236}">
                <a16:creationId xmlns:a16="http://schemas.microsoft.com/office/drawing/2014/main" id="{D61C4661-7FA9-47AF-B768-4FDE5FCB3289}"/>
              </a:ext>
            </a:extLst>
          </p:cNvPr>
          <p:cNvSpPr txBox="1"/>
          <p:nvPr/>
        </p:nvSpPr>
        <p:spPr>
          <a:xfrm>
            <a:off x="7589309" y="274601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D1413F-7B52-4860-84DA-7A2F40AB39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531" y="4273895"/>
            <a:ext cx="2071104" cy="148847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EA82594-68BD-47A3-9EE7-1FFE174635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6125" y="4273896"/>
            <a:ext cx="2071104" cy="1491536"/>
          </a:xfrm>
          <a:prstGeom prst="rect">
            <a:avLst/>
          </a:prstGeom>
        </p:spPr>
      </p:pic>
      <p:sp>
        <p:nvSpPr>
          <p:cNvPr id="160" name="TextBox 24">
            <a:extLst>
              <a:ext uri="{FF2B5EF4-FFF2-40B4-BE49-F238E27FC236}">
                <a16:creationId xmlns:a16="http://schemas.microsoft.com/office/drawing/2014/main" id="{4D4ADEF8-6BF3-4C30-8016-C4FDB2A72F67}"/>
              </a:ext>
            </a:extLst>
          </p:cNvPr>
          <p:cNvSpPr txBox="1"/>
          <p:nvPr/>
        </p:nvSpPr>
        <p:spPr>
          <a:xfrm>
            <a:off x="7500577" y="4014892"/>
            <a:ext cx="300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(After Modifications)</a:t>
            </a:r>
          </a:p>
        </p:txBody>
      </p:sp>
      <p:sp>
        <p:nvSpPr>
          <p:cNvPr id="161" name="TextBox 24">
            <a:extLst>
              <a:ext uri="{FF2B5EF4-FFF2-40B4-BE49-F238E27FC236}">
                <a16:creationId xmlns:a16="http://schemas.microsoft.com/office/drawing/2014/main" id="{3376BA0B-6959-49D6-B4B7-D9BDE1B63F1E}"/>
              </a:ext>
            </a:extLst>
          </p:cNvPr>
          <p:cNvSpPr txBox="1"/>
          <p:nvPr/>
        </p:nvSpPr>
        <p:spPr>
          <a:xfrm>
            <a:off x="1221253" y="4019626"/>
            <a:ext cx="3527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Connector</a:t>
            </a:r>
            <a:r>
              <a:rPr lang="en-US" sz="1200" noProof="0" dirty="0"/>
              <a:t>:ASIC (Before Modifications – No ToT)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0652B3-31C6-49E0-B165-4CFD5B8E7C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7140" y="4268892"/>
            <a:ext cx="2071613" cy="149190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AB83647-D220-4141-8B6E-9307EC3763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7903" y="4268892"/>
            <a:ext cx="2075876" cy="14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4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EBEB-9D13-9EA2-259C-FBA4DB3F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Mapping</a:t>
            </a:r>
            <a:r>
              <a:rPr lang="es-US" dirty="0"/>
              <a:t> Online </a:t>
            </a:r>
            <a:r>
              <a:rPr lang="es-US" dirty="0" err="1"/>
              <a:t>Monitoring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66A03-ED7F-3143-467B-5037D1CB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739" y="1759573"/>
            <a:ext cx="4705635" cy="29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840</Words>
  <Application>Microsoft Office PowerPoint</Application>
  <PresentationFormat>Grand écran</PresentationFormat>
  <Paragraphs>275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Mapping Online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Axel Perez Ruiz</dc:creator>
  <cp:lastModifiedBy>$lorena</cp:lastModifiedBy>
  <cp:revision>16</cp:revision>
  <dcterms:created xsi:type="dcterms:W3CDTF">2025-06-17T09:14:44Z</dcterms:created>
  <dcterms:modified xsi:type="dcterms:W3CDTF">2025-11-27T12:05:14Z</dcterms:modified>
</cp:coreProperties>
</file>